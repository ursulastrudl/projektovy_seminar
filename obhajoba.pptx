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4"/>
    <p:sldMasterId id="2147483676" r:id="rId5"/>
    <p:sldMasterId id="2147483662" r:id="rId6"/>
  </p:sldMasterIdLst>
  <p:sldIdLst>
    <p:sldId id="263" r:id="rId7"/>
    <p:sldId id="284" r:id="rId8"/>
    <p:sldId id="322" r:id="rId9"/>
    <p:sldId id="323" r:id="rId10"/>
  </p:sldIdLst>
  <p:sldSz cx="9144000" cy="6858000" type="screen4x3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E9F6E1-0CCD-A329-5A98-6923FCA298F6}" name="Josef Gajda" initials="JG" userId="S::gajj02@vse.cz::62354765-72cf-499b-b531-3c23b95cf57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881"/>
    <a:srgbClr val="B5EAE0"/>
    <a:srgbClr val="89F7E2"/>
    <a:srgbClr val="9AE8F4"/>
    <a:srgbClr val="00659B"/>
    <a:srgbClr val="BDE7FF"/>
    <a:srgbClr val="EB6608"/>
    <a:srgbClr val="FDE2CF"/>
    <a:srgbClr val="D6C2D6"/>
    <a:srgbClr val="F0C2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C0A993-E482-0E47-ADF7-D120FE41891C}" v="3" dt="2026-01-28T20:59:03.2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–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–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Světlý styl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03447BB-5D67-496B-8E87-E561075AD55C}" styleName="Tmavý styl 1 – zvýraznění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Střední styl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Tmavý styl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E9639D4-E3E2-4D34-9284-5A2195B3D0D7}" styleName="Světlý styl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Střední styl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42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8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6/11/relationships/changesInfo" Target="changesInfos/changesInfo1.xml"/><Relationship Id="rId10" Type="http://schemas.openxmlformats.org/officeDocument/2006/relationships/slide" Target="slides/slide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na Žahourová" userId="S::zahh00@vse.cz::230038c9-a3ca-4475-b002-a1afd1b1f2d3" providerId="AD" clId="Web-{F9EF98AD-FB25-AD2C-028F-D74624FAD57C}"/>
    <pc:docChg chg="modSld">
      <pc:chgData name="Hana Žahourová" userId="S::zahh00@vse.cz::230038c9-a3ca-4475-b002-a1afd1b1f2d3" providerId="AD" clId="Web-{F9EF98AD-FB25-AD2C-028F-D74624FAD57C}" dt="2026-01-23T14:36:51.502" v="25" actId="20577"/>
      <pc:docMkLst>
        <pc:docMk/>
      </pc:docMkLst>
    </pc:docChg>
  </pc:docChgLst>
  <pc:docChgLst>
    <pc:chgData name="Hana Žahourová" userId="230038c9-a3ca-4475-b002-a1afd1b1f2d3" providerId="ADAL" clId="{0B286381-0C14-58E2-A012-C306F8E3D3E3}"/>
    <pc:docChg chg="custSel addSld delSld modSld">
      <pc:chgData name="Hana Žahourová" userId="230038c9-a3ca-4475-b002-a1afd1b1f2d3" providerId="ADAL" clId="{0B286381-0C14-58E2-A012-C306F8E3D3E3}" dt="2026-01-28T21:50:01.397" v="393" actId="20577"/>
      <pc:docMkLst>
        <pc:docMk/>
      </pc:docMkLst>
      <pc:sldChg chg="modSp mod">
        <pc:chgData name="Hana Žahourová" userId="230038c9-a3ca-4475-b002-a1afd1b1f2d3" providerId="ADAL" clId="{0B286381-0C14-58E2-A012-C306F8E3D3E3}" dt="2026-01-28T20:48:42.767" v="65" actId="20577"/>
        <pc:sldMkLst>
          <pc:docMk/>
          <pc:sldMk cId="3786549256" sldId="263"/>
        </pc:sldMkLst>
        <pc:spChg chg="mod">
          <ac:chgData name="Hana Žahourová" userId="230038c9-a3ca-4475-b002-a1afd1b1f2d3" providerId="ADAL" clId="{0B286381-0C14-58E2-A012-C306F8E3D3E3}" dt="2026-01-28T20:48:42.767" v="65" actId="20577"/>
          <ac:spMkLst>
            <pc:docMk/>
            <pc:sldMk cId="3786549256" sldId="263"/>
            <ac:spMk id="2" creationId="{6DC8903B-1E09-1F86-58A9-F8FAB7A289F8}"/>
          </ac:spMkLst>
        </pc:spChg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386513677" sldId="280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729890747" sldId="281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670353907" sldId="286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61895733" sldId="289"/>
        </pc:sldMkLst>
      </pc:sldChg>
      <pc:sldChg chg="addSp delSp modSp del mod">
        <pc:chgData name="Hana Žahourová" userId="230038c9-a3ca-4475-b002-a1afd1b1f2d3" providerId="ADAL" clId="{0B286381-0C14-58E2-A012-C306F8E3D3E3}" dt="2026-01-28T20:49:07.186" v="67" actId="2696"/>
        <pc:sldMkLst>
          <pc:docMk/>
          <pc:sldMk cId="3208512476" sldId="290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704497468" sldId="291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710634714" sldId="292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470217854" sldId="302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738862015" sldId="304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711665299" sldId="305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427124657" sldId="306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186227856" sldId="310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127815583" sldId="311"/>
        </pc:sldMkLst>
      </pc:sldChg>
      <pc:sldChg chg="del">
        <pc:chgData name="Hana Žahourová" userId="230038c9-a3ca-4475-b002-a1afd1b1f2d3" providerId="ADAL" clId="{0B286381-0C14-58E2-A012-C306F8E3D3E3}" dt="2026-01-28T20:48:53.651" v="66" actId="2696"/>
        <pc:sldMkLst>
          <pc:docMk/>
          <pc:sldMk cId="3607085892" sldId="321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287521190" sldId="323"/>
        </pc:sldMkLst>
      </pc:sldChg>
      <pc:sldChg chg="addSp delSp modSp new mod modClrScheme chgLayout">
        <pc:chgData name="Hana Žahourová" userId="230038c9-a3ca-4475-b002-a1afd1b1f2d3" providerId="ADAL" clId="{0B286381-0C14-58E2-A012-C306F8E3D3E3}" dt="2026-01-28T21:50:01.397" v="393" actId="20577"/>
        <pc:sldMkLst>
          <pc:docMk/>
          <pc:sldMk cId="2916071846" sldId="323"/>
        </pc:sldMkLst>
        <pc:spChg chg="del">
          <ac:chgData name="Hana Žahourová" userId="230038c9-a3ca-4475-b002-a1afd1b1f2d3" providerId="ADAL" clId="{0B286381-0C14-58E2-A012-C306F8E3D3E3}" dt="2026-01-28T20:50:58.687" v="69" actId="26606"/>
          <ac:spMkLst>
            <pc:docMk/>
            <pc:sldMk cId="2916071846" sldId="323"/>
            <ac:spMk id="2" creationId="{2958FA8D-74B2-02E9-1B5D-136F671B4C6D}"/>
          </ac:spMkLst>
        </pc:spChg>
        <pc:spChg chg="del">
          <ac:chgData name="Hana Žahourová" userId="230038c9-a3ca-4475-b002-a1afd1b1f2d3" providerId="ADAL" clId="{0B286381-0C14-58E2-A012-C306F8E3D3E3}" dt="2026-01-28T20:50:58.687" v="69" actId="26606"/>
          <ac:spMkLst>
            <pc:docMk/>
            <pc:sldMk cId="2916071846" sldId="323"/>
            <ac:spMk id="3" creationId="{E0201450-CD81-C3DE-322B-681672EC50B7}"/>
          </ac:spMkLst>
        </pc:spChg>
        <pc:spChg chg="add mod">
          <ac:chgData name="Hana Žahourová" userId="230038c9-a3ca-4475-b002-a1afd1b1f2d3" providerId="ADAL" clId="{0B286381-0C14-58E2-A012-C306F8E3D3E3}" dt="2026-01-28T21:50:01.397" v="393" actId="20577"/>
          <ac:spMkLst>
            <pc:docMk/>
            <pc:sldMk cId="2916071846" sldId="323"/>
            <ac:spMk id="5" creationId="{0F899852-8817-5F99-832D-703B42547DD0}"/>
          </ac:spMkLst>
        </pc:spChg>
        <pc:spChg chg="add mod">
          <ac:chgData name="Hana Žahourová" userId="230038c9-a3ca-4475-b002-a1afd1b1f2d3" providerId="ADAL" clId="{0B286381-0C14-58E2-A012-C306F8E3D3E3}" dt="2026-01-28T20:57:31.790" v="97" actId="26606"/>
          <ac:spMkLst>
            <pc:docMk/>
            <pc:sldMk cId="2916071846" sldId="323"/>
            <ac:spMk id="8" creationId="{FD0270CA-D725-1436-A689-0431B927442A}"/>
          </ac:spMkLst>
        </pc:spChg>
        <pc:spChg chg="add del mod">
          <ac:chgData name="Hana Žahourová" userId="230038c9-a3ca-4475-b002-a1afd1b1f2d3" providerId="ADAL" clId="{0B286381-0C14-58E2-A012-C306F8E3D3E3}" dt="2026-01-28T20:57:29.354" v="96"/>
          <ac:spMkLst>
            <pc:docMk/>
            <pc:sldMk cId="2916071846" sldId="323"/>
            <ac:spMk id="10" creationId="{013BFEAF-836D-2BD8-1BA4-954598F50FCB}"/>
          </ac:spMkLst>
        </pc:spChg>
        <pc:picChg chg="add mod">
          <ac:chgData name="Hana Žahourová" userId="230038c9-a3ca-4475-b002-a1afd1b1f2d3" providerId="ADAL" clId="{0B286381-0C14-58E2-A012-C306F8E3D3E3}" dt="2026-01-28T20:58:41.737" v="144" actId="14100"/>
          <ac:picMkLst>
            <pc:docMk/>
            <pc:sldMk cId="2916071846" sldId="323"/>
            <ac:picMk id="4" creationId="{282C7369-8420-9A7F-D76A-9104497F7DF7}"/>
          </ac:picMkLst>
        </pc:picChg>
        <pc:picChg chg="add mod">
          <ac:chgData name="Hana Žahourová" userId="230038c9-a3ca-4475-b002-a1afd1b1f2d3" providerId="ADAL" clId="{0B286381-0C14-58E2-A012-C306F8E3D3E3}" dt="2026-01-28T21:45:35.713" v="171" actId="1076"/>
          <ac:picMkLst>
            <pc:docMk/>
            <pc:sldMk cId="2916071846" sldId="323"/>
            <ac:picMk id="6" creationId="{84EA584B-AF16-FDC8-9A29-9F1C82A17BAA}"/>
          </ac:picMkLst>
        </pc:picChg>
      </pc:sldChg>
      <pc:sldChg chg="modSp del mod">
        <pc:chgData name="Hana Žahourová" userId="230038c9-a3ca-4475-b002-a1afd1b1f2d3" providerId="ADAL" clId="{0B286381-0C14-58E2-A012-C306F8E3D3E3}" dt="2026-01-28T20:49:07.186" v="67" actId="2696"/>
        <pc:sldMkLst>
          <pc:docMk/>
          <pc:sldMk cId="2181782325" sldId="324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431639856" sldId="325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948324356" sldId="326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788286873" sldId="327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550549567" sldId="328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089948105" sldId="329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78195039" sldId="330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00086346" sldId="331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361564606" sldId="332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385404719" sldId="333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704218147" sldId="334"/>
        </pc:sldMkLst>
      </pc:sldChg>
      <pc:sldChg chg="modSp del mod">
        <pc:chgData name="Hana Žahourová" userId="230038c9-a3ca-4475-b002-a1afd1b1f2d3" providerId="ADAL" clId="{0B286381-0C14-58E2-A012-C306F8E3D3E3}" dt="2026-01-28T20:49:07.186" v="67" actId="2696"/>
        <pc:sldMkLst>
          <pc:docMk/>
          <pc:sldMk cId="3269870224" sldId="335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3540915383" sldId="336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3670582403" sldId="337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102711354" sldId="338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670347345" sldId="339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3314046622" sldId="340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142085655" sldId="341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814695350" sldId="342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868263469" sldId="344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3895519774" sldId="345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425426141" sldId="347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563576954" sldId="349"/>
        </pc:sldMkLst>
      </pc:sldChg>
      <pc:sldChg chg="modSp del mod">
        <pc:chgData name="Hana Žahourová" userId="230038c9-a3ca-4475-b002-a1afd1b1f2d3" providerId="ADAL" clId="{0B286381-0C14-58E2-A012-C306F8E3D3E3}" dt="2026-01-28T20:49:07.186" v="67" actId="2696"/>
        <pc:sldMkLst>
          <pc:docMk/>
          <pc:sldMk cId="2518886386" sldId="350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213511835" sldId="351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830809174" sldId="352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570907566" sldId="353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3830157413" sldId="354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3665668072" sldId="355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739733199" sldId="356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458744735" sldId="357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3081617026" sldId="358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825966986" sldId="359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912544292" sldId="360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4224591809" sldId="361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624456413" sldId="362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184639739" sldId="364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89636332" sldId="365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466254813" sldId="366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840390962" sldId="367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571263290" sldId="368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227905754" sldId="369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3750637437" sldId="370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324833896" sldId="371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32295574" sldId="372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1368372402" sldId="373"/>
        </pc:sldMkLst>
      </pc:sldChg>
      <pc:sldChg chg="modSp del mod">
        <pc:chgData name="Hana Žahourová" userId="230038c9-a3ca-4475-b002-a1afd1b1f2d3" providerId="ADAL" clId="{0B286381-0C14-58E2-A012-C306F8E3D3E3}" dt="2026-01-28T20:49:07.186" v="67" actId="2696"/>
        <pc:sldMkLst>
          <pc:docMk/>
          <pc:sldMk cId="1582384601" sldId="374"/>
        </pc:sldMkLst>
      </pc:sldChg>
      <pc:sldChg chg="del">
        <pc:chgData name="Hana Žahourová" userId="230038c9-a3ca-4475-b002-a1afd1b1f2d3" providerId="ADAL" clId="{0B286381-0C14-58E2-A012-C306F8E3D3E3}" dt="2026-01-28T20:49:07.186" v="67" actId="2696"/>
        <pc:sldMkLst>
          <pc:docMk/>
          <pc:sldMk cId="561071349" sldId="375"/>
        </pc:sldMkLst>
      </pc:sldChg>
      <pc:sldChg chg="modSp del mod">
        <pc:chgData name="Hana Žahourová" userId="230038c9-a3ca-4475-b002-a1afd1b1f2d3" providerId="ADAL" clId="{0B286381-0C14-58E2-A012-C306F8E3D3E3}" dt="2026-01-28T20:49:07.186" v="67" actId="2696"/>
        <pc:sldMkLst>
          <pc:docMk/>
          <pc:sldMk cId="1288999651" sldId="376"/>
        </pc:sldMkLst>
      </pc:sldChg>
      <pc:sldChg chg="modSp del mod">
        <pc:chgData name="Hana Žahourová" userId="230038c9-a3ca-4475-b002-a1afd1b1f2d3" providerId="ADAL" clId="{0B286381-0C14-58E2-A012-C306F8E3D3E3}" dt="2026-01-28T20:49:07.186" v="67" actId="2696"/>
        <pc:sldMkLst>
          <pc:docMk/>
          <pc:sldMk cId="4134783077" sldId="378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>
        <c:manualLayout>
          <c:xMode val="edge"/>
          <c:yMode val="edge"/>
          <c:x val="6.7578487579540367E-2"/>
          <c:y val="3.065718843246516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s-CZ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List1!$B$1</c:f>
              <c:strCache>
                <c:ptCount val="1"/>
                <c:pt idx="0">
                  <c:v>Řada 1</c:v>
                </c:pt>
              </c:strCache>
            </c:strRef>
          </c:tx>
          <c:spPr>
            <a:solidFill>
              <a:srgbClr val="009EE2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38-46D1-B2F1-B76DBFE9E6A2}"/>
            </c:ext>
          </c:extLst>
        </c:ser>
        <c:ser>
          <c:idx val="1"/>
          <c:order val="1"/>
          <c:tx>
            <c:strRef>
              <c:f>List1!$C$1</c:f>
              <c:strCache>
                <c:ptCount val="1"/>
                <c:pt idx="0">
                  <c:v>Řada 2</c:v>
                </c:pt>
              </c:strCache>
            </c:strRef>
          </c:tx>
          <c:spPr>
            <a:solidFill>
              <a:srgbClr val="B10062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38-46D1-B2F1-B76DBFE9E6A2}"/>
            </c:ext>
          </c:extLst>
        </c:ser>
        <c:ser>
          <c:idx val="2"/>
          <c:order val="2"/>
          <c:tx>
            <c:strRef>
              <c:f>List1!$D$1</c:f>
              <c:strCache>
                <c:ptCount val="1"/>
                <c:pt idx="0">
                  <c:v>Řada 3</c:v>
                </c:pt>
              </c:strCache>
            </c:strRef>
          </c:tx>
          <c:spPr>
            <a:solidFill>
              <a:srgbClr val="EB6608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F38-46D1-B2F1-B76DBFE9E6A2}"/>
            </c:ext>
          </c:extLst>
        </c:ser>
        <c:ser>
          <c:idx val="3"/>
          <c:order val="3"/>
          <c:tx>
            <c:strRef>
              <c:f>List1!$E$1</c:f>
              <c:strCache>
                <c:ptCount val="1"/>
                <c:pt idx="0">
                  <c:v>Řada 4</c:v>
                </c:pt>
              </c:strCache>
            </c:strRef>
          </c:tx>
          <c:spPr>
            <a:solidFill>
              <a:srgbClr val="00659B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List1!$E$2:$E$5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A67-4343-BFC8-39C31FD3D7F6}"/>
            </c:ext>
          </c:extLst>
        </c:ser>
        <c:ser>
          <c:idx val="4"/>
          <c:order val="4"/>
          <c:tx>
            <c:strRef>
              <c:f>List1!$F$1</c:f>
              <c:strCache>
                <c:ptCount val="1"/>
                <c:pt idx="0">
                  <c:v>Řada 5</c:v>
                </c:pt>
              </c:strCache>
            </c:strRef>
          </c:tx>
          <c:spPr>
            <a:solidFill>
              <a:srgbClr val="009881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List1!$F$2:$F$5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A67-4343-BFC8-39C31FD3D7F6}"/>
            </c:ext>
          </c:extLst>
        </c:ser>
        <c:ser>
          <c:idx val="5"/>
          <c:order val="5"/>
          <c:tx>
            <c:strRef>
              <c:f>List1!$G$1</c:f>
              <c:strCache>
                <c:ptCount val="1"/>
                <c:pt idx="0">
                  <c:v>Řada 6</c:v>
                </c:pt>
              </c:strCache>
            </c:strRef>
          </c:tx>
          <c:spPr>
            <a:solidFill>
              <a:srgbClr val="5BC4F1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List1!$G$2:$G$5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A67-4343-BFC8-39C31FD3D7F6}"/>
            </c:ext>
          </c:extLst>
        </c:ser>
        <c:ser>
          <c:idx val="6"/>
          <c:order val="6"/>
          <c:tx>
            <c:strRef>
              <c:f>List1!$H$1</c:f>
              <c:strCache>
                <c:ptCount val="1"/>
                <c:pt idx="0">
                  <c:v>Řada 13</c:v>
                </c:pt>
              </c:strCache>
            </c:strRef>
          </c:tx>
          <c:spPr>
            <a:solidFill>
              <a:srgbClr val="E73088"/>
            </a:solidFill>
            <a:ln>
              <a:noFill/>
            </a:ln>
            <a:effectLst/>
          </c:spPr>
          <c:invertIfNegative val="0"/>
          <c:cat>
            <c:strRef>
              <c:f>List1!$A$2:$A$5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List1!$H$2:$H$5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A67-4343-BFC8-39C31FD3D7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36283247"/>
        <c:axId val="336943279"/>
      </c:barChart>
      <c:catAx>
        <c:axId val="3362832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s-CZ"/>
          </a:p>
        </c:txPr>
        <c:crossAx val="336943279"/>
        <c:crosses val="autoZero"/>
        <c:auto val="1"/>
        <c:lblAlgn val="ctr"/>
        <c:lblOffset val="100"/>
        <c:noMultiLvlLbl val="0"/>
      </c:catAx>
      <c:valAx>
        <c:axId val="3369432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s-CZ"/>
          </a:p>
        </c:txPr>
        <c:crossAx val="3362832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s-CZ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cs-CZ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2389DD16-FB00-4D9A-B48C-50050FDDC1F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838009" y="933549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00988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6BBD7AF0-0104-49C6-B49F-55B685879E0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38009" y="1245177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rgbClr val="4A4A49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Název katedry / oddělení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6609EC98-6EA4-4C3E-A04D-5D810F2A42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rgbClr val="4A4A4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8DECF7AF-89F1-4012-9B20-327F67C10B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rgbClr val="4A4A4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054176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text 2">
            <a:extLst>
              <a:ext uri="{FF2B5EF4-FFF2-40B4-BE49-F238E27FC236}">
                <a16:creationId xmlns:a16="http://schemas.microsoft.com/office/drawing/2014/main" id="{9235DDD2-26F3-4A0D-93F4-FB32B5B241DA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838009" y="870423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500" b="1">
                <a:solidFill>
                  <a:srgbClr val="89F7E2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Jméno a příjmení autora</a:t>
            </a:r>
          </a:p>
        </p:txBody>
      </p:sp>
      <p:sp>
        <p:nvSpPr>
          <p:cNvPr id="11" name="Zástupný text 2">
            <a:extLst>
              <a:ext uri="{FF2B5EF4-FFF2-40B4-BE49-F238E27FC236}">
                <a16:creationId xmlns:a16="http://schemas.microsoft.com/office/drawing/2014/main" id="{D7300AA5-064D-49EA-BBBE-873363EE3286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38009" y="1182051"/>
            <a:ext cx="3718906" cy="31162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 dirty="0"/>
              <a:t>Jmeno.prijmeni@vse.cz</a:t>
            </a:r>
          </a:p>
        </p:txBody>
      </p:sp>
      <p:sp>
        <p:nvSpPr>
          <p:cNvPr id="12" name="Nadpis 1">
            <a:extLst>
              <a:ext uri="{FF2B5EF4-FFF2-40B4-BE49-F238E27FC236}">
                <a16:creationId xmlns:a16="http://schemas.microsoft.com/office/drawing/2014/main" id="{2206462F-D376-411D-9D76-52EE5EED75D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3591" y="2591091"/>
            <a:ext cx="7886701" cy="1782150"/>
          </a:xfrm>
          <a:prstGeom prst="rect">
            <a:avLst/>
          </a:prstGeom>
        </p:spPr>
        <p:txBody>
          <a:bodyPr anchor="t"/>
          <a:lstStyle>
            <a:lvl1pPr algn="l">
              <a:defRPr sz="45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13" name="Podnadpis 2">
            <a:extLst>
              <a:ext uri="{FF2B5EF4-FFF2-40B4-BE49-F238E27FC236}">
                <a16:creationId xmlns:a16="http://schemas.microsoft.com/office/drawing/2014/main" id="{A3092441-B532-4881-997F-6A08EF51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831" y="4487541"/>
            <a:ext cx="7871461" cy="81365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 dirty="0"/>
              <a:t>Kliknutím můžete upravit styl předlohy.</a:t>
            </a:r>
          </a:p>
        </p:txBody>
      </p:sp>
    </p:spTree>
    <p:extLst>
      <p:ext uri="{BB962C8B-B14F-4D97-AF65-F5344CB8AC3E}">
        <p14:creationId xmlns:p14="http://schemas.microsoft.com/office/powerpoint/2010/main" val="3727089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1FEBE9D-4844-416F-A47B-E71F5CB39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D6471AA-641D-48E4-895F-2C70DDA4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24055"/>
            <a:ext cx="7779544" cy="449337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D51239B-9FE1-4DB1-BD79-B7D38D332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E3E641A-DC32-4DD9-8307-46D9DFF5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92F49C3-090D-4190-9CE2-36066030C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37968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AB441-3D76-4218-81BE-D7E4F3F92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cs-CZ" dirty="0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BA84F63F-E322-46AC-A5C6-E1540E1BD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939DC5B-E1B0-4FCB-9D9A-C6471A28B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A462326-6725-45D6-8FAC-124BEDCD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B92F161-156E-4802-8F1B-078DF89F7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54167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7FA8AAD-C4A1-48ED-8D79-3AB4069FE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3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9D2D865-A902-4D7C-A0B5-B2C4BB1953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8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CC5CC91-7444-4FBB-B6F3-3E6FBD5B3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C05772A-E403-4DD1-B232-954A3547E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1A89E5D0-757E-45AA-8FEA-238040FBC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76233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8401FF8-98E7-49CB-8B33-E139EF39E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AF8276E-A998-4BB7-B53A-49EC37A410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53073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55672645-DFF8-41C8-8BAC-5F24D188F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4"/>
            <a:ext cx="3886200" cy="4530729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23C31C8-960E-4A18-BC09-35D75D589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BE33D9D5-2EC6-4E2A-AA85-6FCF97D65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F1E174-D347-4AB1-95DE-ECA0F485F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11119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E112A9-1FE6-4496-81B4-0842D25D8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1012830"/>
            <a:ext cx="7886700" cy="1325563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2F9BFB9E-5D3E-46B3-ABDB-B7E57DAC61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6502C15-7789-4EE7-A643-5A633ABA3C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851280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C6F85072-0475-4304-BE03-A72EA7AC39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2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2F1610A2-3C29-4B70-AF60-C2A3EBCE3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2" y="2505074"/>
            <a:ext cx="3887391" cy="3851279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72C164E5-0EFB-46F1-BB95-CBBAC80C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54FD1153-99E6-4ECA-BF33-0E377D334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56282298-48D6-4F29-8798-A54B0577B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20216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G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843D58-00E6-4F74-B46F-884BB073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D11A4E0E-761B-449A-9AA3-FAB726390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ED2199A-57B9-4C7C-A04D-6C8B8FF2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5D08B6B-5218-473D-BD06-9695102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39516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Graf vz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843D58-00E6-4F74-B46F-884BB0737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D11A4E0E-761B-449A-9AA3-FAB726390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ED2199A-57B9-4C7C-A04D-6C8B8FF2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5D08B6B-5218-473D-BD06-9695102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graphicFrame>
        <p:nvGraphicFramePr>
          <p:cNvPr id="8" name="Graf 7">
            <a:extLst>
              <a:ext uri="{FF2B5EF4-FFF2-40B4-BE49-F238E27FC236}">
                <a16:creationId xmlns:a16="http://schemas.microsoft.com/office/drawing/2014/main" id="{A2CFF3E3-BFCF-4550-86A1-C1FA2629A69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058343424"/>
              </p:ext>
            </p:extLst>
          </p:nvPr>
        </p:nvGraphicFramePr>
        <p:xfrm>
          <a:off x="628652" y="1990725"/>
          <a:ext cx="7779543" cy="4147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46088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ul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4B6AD0B-CD39-418F-BD86-753F9D93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AF3563E2-1FFA-41D6-A180-AB12573EE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807A9ED8-2B82-40D5-A9B1-F2B165BE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sp>
        <p:nvSpPr>
          <p:cNvPr id="14" name="Nadpis 1">
            <a:extLst>
              <a:ext uri="{FF2B5EF4-FFF2-40B4-BE49-F238E27FC236}">
                <a16:creationId xmlns:a16="http://schemas.microsoft.com/office/drawing/2014/main" id="{3595AC0D-E641-4E07-B2CB-74274830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</p:spTree>
    <p:extLst>
      <p:ext uri="{BB962C8B-B14F-4D97-AF65-F5344CB8AC3E}">
        <p14:creationId xmlns:p14="http://schemas.microsoft.com/office/powerpoint/2010/main" val="3224159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ulka vz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4B6AD0B-CD39-418F-BD86-753F9D93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AF3563E2-1FFA-41D6-A180-AB12573EE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807A9ED8-2B82-40D5-A9B1-F2B165BE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  <p:graphicFrame>
        <p:nvGraphicFramePr>
          <p:cNvPr id="5" name="Tabulka 5">
            <a:extLst>
              <a:ext uri="{FF2B5EF4-FFF2-40B4-BE49-F238E27FC236}">
                <a16:creationId xmlns:a16="http://schemas.microsoft.com/office/drawing/2014/main" id="{9841DB2C-4E87-4F77-9936-DB53842AFF3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49251074"/>
              </p:ext>
            </p:extLst>
          </p:nvPr>
        </p:nvGraphicFramePr>
        <p:xfrm>
          <a:off x="731521" y="2152650"/>
          <a:ext cx="7581899" cy="3605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0525">
                  <a:extLst>
                    <a:ext uri="{9D8B030D-6E8A-4147-A177-3AD203B41FA5}">
                      <a16:colId xmlns:a16="http://schemas.microsoft.com/office/drawing/2014/main" val="1219353005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04635521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1360489622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242154581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45562066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4004064892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1769508777"/>
                    </a:ext>
                  </a:extLst>
                </a:gridCol>
                <a:gridCol w="840525">
                  <a:extLst>
                    <a:ext uri="{9D8B030D-6E8A-4147-A177-3AD203B41FA5}">
                      <a16:colId xmlns:a16="http://schemas.microsoft.com/office/drawing/2014/main" val="3799914238"/>
                    </a:ext>
                  </a:extLst>
                </a:gridCol>
                <a:gridCol w="857699">
                  <a:extLst>
                    <a:ext uri="{9D8B030D-6E8A-4147-A177-3AD203B41FA5}">
                      <a16:colId xmlns:a16="http://schemas.microsoft.com/office/drawing/2014/main" val="1835371581"/>
                    </a:ext>
                  </a:extLst>
                </a:gridCol>
              </a:tblGrid>
              <a:tr h="450667"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Sloupec</a:t>
                      </a:r>
                    </a:p>
                  </a:txBody>
                  <a:tcPr marL="68580" marR="68580" anchor="ctr">
                    <a:solidFill>
                      <a:srgbClr val="0098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504544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12970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8039754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0737182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019941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095225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294286"/>
                  </a:ext>
                </a:extLst>
              </a:tr>
              <a:tr h="4506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cs-CZ" dirty="0"/>
                        <a:t>řádek</a:t>
                      </a:r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tc>
                  <a:txBody>
                    <a:bodyPr/>
                    <a:lstStyle/>
                    <a:p>
                      <a:endParaRPr lang="cs-CZ" dirty="0"/>
                    </a:p>
                  </a:txBody>
                  <a:tcPr marL="68580" marR="68580" anchor="ctr">
                    <a:solidFill>
                      <a:srgbClr val="B5EA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252544"/>
                  </a:ext>
                </a:extLst>
              </a:tr>
            </a:tbl>
          </a:graphicData>
        </a:graphic>
      </p:graphicFrame>
      <p:sp>
        <p:nvSpPr>
          <p:cNvPr id="14" name="Nadpis 1">
            <a:extLst>
              <a:ext uri="{FF2B5EF4-FFF2-40B4-BE49-F238E27FC236}">
                <a16:creationId xmlns:a16="http://schemas.microsoft.com/office/drawing/2014/main" id="{3595AC0D-E641-4E07-B2CB-74274830B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</p:spPr>
        <p:txBody>
          <a:bodyPr/>
          <a:lstStyle/>
          <a:p>
            <a:r>
              <a:rPr lang="cs-CZ" dirty="0"/>
              <a:t>Kliknutím lze upravit styl.</a:t>
            </a:r>
          </a:p>
        </p:txBody>
      </p:sp>
    </p:spTree>
    <p:extLst>
      <p:ext uri="{BB962C8B-B14F-4D97-AF65-F5344CB8AC3E}">
        <p14:creationId xmlns:p14="http://schemas.microsoft.com/office/powerpoint/2010/main" val="3926611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B75CB4D-7416-4123-83CE-C769D1CEF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987429"/>
            <a:ext cx="2949178" cy="106997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CD0998F7-E90D-471F-891C-0FD12349B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30"/>
            <a:ext cx="4629150" cy="536892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0F5FE98-251D-4D3C-B8B7-DADD6DEB8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399"/>
            <a:ext cx="2949178" cy="4298955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390EA42-058E-4D22-B615-D930D64C6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E78A484A-2BA3-41B7-86CF-5D3F9304C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C01B4CD1-4B53-455D-AE40-D95A24E4F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0010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697884-28AE-4700-9C13-68750D37E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987429"/>
            <a:ext cx="2949178" cy="106997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7173077C-429C-4C0E-8F05-9FFAC62D14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30"/>
            <a:ext cx="4629150" cy="5368924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17844AFA-992F-4BE4-ABDB-10F592A44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399"/>
            <a:ext cx="2949178" cy="4298955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C0442129-45B5-4C81-B28A-AA85D4F4D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29ADC-2255-4EF3-B5C0-B90829E78CD9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46712F59-4F02-4916-92FC-440DB3FE4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A893627A-E54A-4DF9-9A32-88F06F6E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CA258-668E-4A85-A197-2757C3BEE15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60211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image" Target="../media/image5.png"/><Relationship Id="rId18" Type="http://schemas.openxmlformats.org/officeDocument/2006/relationships/image" Target="../media/image10.svg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3.xml"/><Relationship Id="rId17" Type="http://schemas.openxmlformats.org/officeDocument/2006/relationships/image" Target="../media/image9.pn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8.svg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6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cký objekt 7">
            <a:extLst>
              <a:ext uri="{FF2B5EF4-FFF2-40B4-BE49-F238E27FC236}">
                <a16:creationId xmlns:a16="http://schemas.microsoft.com/office/drawing/2014/main" id="{719039ED-503B-4BFC-8729-F0E04FD0713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" y="-3085"/>
            <a:ext cx="9144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04509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rgbClr val="4A4A49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rgbClr val="009881"/>
        </a:buClr>
        <a:buFont typeface="Arial" panose="020B0604020202020204" pitchFamily="34" charset="0"/>
        <a:buChar char="•"/>
        <a:defRPr sz="21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50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rgbClr val="4A4A49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cký objekt 6">
            <a:extLst>
              <a:ext uri="{FF2B5EF4-FFF2-40B4-BE49-F238E27FC236}">
                <a16:creationId xmlns:a16="http://schemas.microsoft.com/office/drawing/2014/main" id="{D3D61E27-7486-4CBD-80A0-7CDBAF7D7A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3085"/>
            <a:ext cx="9144000" cy="6861085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144A193-2443-4336-B8E6-567C50C4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B62FE8A-B6A8-4920-9B7E-768DE3DF4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712BF67-B920-4B8E-84CF-AAC489B8AB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29CD2-0146-4F3B-A4AA-75EB0CF2F752}" type="datetimeFigureOut">
              <a:rPr lang="cs-CZ" smtClean="0"/>
              <a:t>28.01.2026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5ED088-792C-4229-99A4-13C382DAC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F2DEB4-37E5-4BE0-984C-F6914BD2C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9FAB3-BFA5-4172-A475-10F9ABCB38B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597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Clr>
          <a:srgbClr val="89F7E2"/>
        </a:buClr>
        <a:buFont typeface="Arial" panose="020B0604020202020204" pitchFamily="34" charset="0"/>
        <a:buChar char="•"/>
        <a:defRPr sz="21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5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Clr>
          <a:srgbClr val="89F7E2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cký objekt 13">
            <a:extLst>
              <a:ext uri="{FF2B5EF4-FFF2-40B4-BE49-F238E27FC236}">
                <a16:creationId xmlns:a16="http://schemas.microsoft.com/office/drawing/2014/main" id="{1664D167-1933-44B8-9DE6-BCF4B4ADB8D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-4125" y="8313"/>
            <a:ext cx="9148126" cy="6858000"/>
          </a:xfrm>
          <a:prstGeom prst="rect">
            <a:avLst/>
          </a:prstGeom>
        </p:spPr>
      </p:pic>
      <p:pic>
        <p:nvPicPr>
          <p:cNvPr id="9" name="Grafický objekt 8">
            <a:extLst>
              <a:ext uri="{FF2B5EF4-FFF2-40B4-BE49-F238E27FC236}">
                <a16:creationId xmlns:a16="http://schemas.microsoft.com/office/drawing/2014/main" id="{D89BE277-1B57-4A04-A616-0D6719FD6A11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46539" y="360307"/>
            <a:ext cx="179594" cy="179594"/>
          </a:xfrm>
          <a:prstGeom prst="rect">
            <a:avLst/>
          </a:prstGeom>
        </p:spPr>
      </p:pic>
      <p:pic>
        <p:nvPicPr>
          <p:cNvPr id="13" name="Grafický objekt 12">
            <a:extLst>
              <a:ext uri="{FF2B5EF4-FFF2-40B4-BE49-F238E27FC236}">
                <a16:creationId xmlns:a16="http://schemas.microsoft.com/office/drawing/2014/main" id="{3CE1673A-F13A-49C1-A0F3-7628437F7F9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684010" y="360307"/>
            <a:ext cx="179594" cy="179594"/>
          </a:xfrm>
          <a:prstGeom prst="rect">
            <a:avLst/>
          </a:prstGeom>
        </p:spPr>
      </p:pic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07A972C7-80EA-4001-A2C8-48457C784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dirty="0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04A64F96-20EB-4338-812A-2CF45FA87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924055"/>
            <a:ext cx="7779544" cy="41914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Po kliknutí můžete upravovat styly textu v předloze.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849455D-C2AF-42AF-A377-1FD9570338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B329ADC-2255-4EF3-B5C0-B90829E78CD9}" type="datetimeFigureOut">
              <a:rPr lang="cs-CZ" smtClean="0"/>
              <a:pPr/>
              <a:t>28.01.2026</a:t>
            </a:fld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E38892D-BE40-4B7B-98A7-1B108AC51A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5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1406528-E83B-4FF2-81FD-6E1ED0DE8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25530" y="6356355"/>
            <a:ext cx="19826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95CA258-668E-4A85-A197-2757C3BEE154}" type="slidenum">
              <a:rPr lang="cs-CZ" smtClean="0"/>
              <a:pPr/>
              <a:t>‹#›</a:t>
            </a:fld>
            <a:endParaRPr lang="cs-C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Zástupný nadpis 1">
            <a:extLst>
              <a:ext uri="{FF2B5EF4-FFF2-40B4-BE49-F238E27FC236}">
                <a16:creationId xmlns:a16="http://schemas.microsoft.com/office/drawing/2014/main" id="{6CADA8D1-4B1D-49C0-B645-EB5D43487BC1}"/>
              </a:ext>
            </a:extLst>
          </p:cNvPr>
          <p:cNvSpPr txBox="1">
            <a:spLocks/>
          </p:cNvSpPr>
          <p:nvPr userDrawn="1"/>
        </p:nvSpPr>
        <p:spPr>
          <a:xfrm>
            <a:off x="8815389" y="6436824"/>
            <a:ext cx="416717" cy="452926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5BC4F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fld id="{166024C8-F27F-4469-B950-3CAEC9128C7E}" type="slidenum">
              <a:rPr lang="cs-CZ" sz="1100" smtClean="0">
                <a:solidFill>
                  <a:schemeClr val="bg1"/>
                </a:solidFill>
              </a:rPr>
              <a:pPr algn="ctr"/>
              <a:t>‹#›</a:t>
            </a:fld>
            <a:endParaRPr lang="cs-CZ" sz="3200" dirty="0">
              <a:solidFill>
                <a:schemeClr val="bg1"/>
              </a:solidFill>
            </a:endParaRPr>
          </a:p>
        </p:txBody>
      </p:sp>
      <p:sp>
        <p:nvSpPr>
          <p:cNvPr id="16" name="TextovéPole 15">
            <a:extLst>
              <a:ext uri="{FF2B5EF4-FFF2-40B4-BE49-F238E27FC236}">
                <a16:creationId xmlns:a16="http://schemas.microsoft.com/office/drawing/2014/main" id="{FCDCD643-C700-45E8-8816-DD3D4AEF500E}"/>
              </a:ext>
            </a:extLst>
          </p:cNvPr>
          <p:cNvSpPr txBox="1"/>
          <p:nvPr userDrawn="1"/>
        </p:nvSpPr>
        <p:spPr>
          <a:xfrm>
            <a:off x="6722748" y="299366"/>
            <a:ext cx="963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cs-CZ" sz="1200" dirty="0">
                <a:solidFill>
                  <a:srgbClr val="00988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fis.vse.cz</a:t>
            </a:r>
          </a:p>
        </p:txBody>
      </p:sp>
      <p:sp>
        <p:nvSpPr>
          <p:cNvPr id="17" name="TextovéPole 16">
            <a:extLst>
              <a:ext uri="{FF2B5EF4-FFF2-40B4-BE49-F238E27FC236}">
                <a16:creationId xmlns:a16="http://schemas.microsoft.com/office/drawing/2014/main" id="{68403B65-A3E4-4EA5-A348-D73A327280A2}"/>
              </a:ext>
            </a:extLst>
          </p:cNvPr>
          <p:cNvSpPr txBox="1"/>
          <p:nvPr userDrawn="1"/>
        </p:nvSpPr>
        <p:spPr>
          <a:xfrm>
            <a:off x="7851988" y="299366"/>
            <a:ext cx="11959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cs-CZ" sz="1200" dirty="0" err="1">
                <a:solidFill>
                  <a:srgbClr val="00988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fisvse</a:t>
            </a:r>
            <a:endParaRPr lang="cs-CZ" sz="1600" dirty="0">
              <a:solidFill>
                <a:srgbClr val="00988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9205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3" r:id="rId2"/>
    <p:sldLayoutId id="2147483665" r:id="rId3"/>
    <p:sldLayoutId id="2147483666" r:id="rId4"/>
    <p:sldLayoutId id="2147483667" r:id="rId5"/>
    <p:sldLayoutId id="2147483668" r:id="rId6"/>
    <p:sldLayoutId id="2147483672" r:id="rId7"/>
    <p:sldLayoutId id="2147483669" r:id="rId8"/>
    <p:sldLayoutId id="2147483673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rgbClr val="00988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100000"/>
        </a:lnSpc>
        <a:spcBef>
          <a:spcPts val="750"/>
        </a:spcBef>
        <a:buClr>
          <a:srgbClr val="009881"/>
        </a:buClr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100000"/>
        </a:lnSpc>
        <a:spcBef>
          <a:spcPts val="375"/>
        </a:spcBef>
        <a:buClr>
          <a:srgbClr val="00988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1">
            <a:extLst>
              <a:ext uri="{FF2B5EF4-FFF2-40B4-BE49-F238E27FC236}">
                <a16:creationId xmlns:a16="http://schemas.microsoft.com/office/drawing/2014/main" id="{FDA0EE84-57A3-437C-B722-52ACFBB5ED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591" y="2428716"/>
            <a:ext cx="7908788" cy="3250932"/>
          </a:xfrm>
        </p:spPr>
        <p:txBody>
          <a:bodyPr>
            <a:normAutofit/>
          </a:bodyPr>
          <a:lstStyle/>
          <a:p>
            <a:r>
              <a:rPr lang="es-ES" dirty="0"/>
              <a:t>Analýza vztahu mezi populací USA a COVID-19 případů​</a:t>
            </a:r>
            <a:endParaRPr lang="cs-CZ" dirty="0"/>
          </a:p>
        </p:txBody>
      </p:sp>
      <p:sp>
        <p:nvSpPr>
          <p:cNvPr id="8" name="Zástupný text 3">
            <a:extLst>
              <a:ext uri="{FF2B5EF4-FFF2-40B4-BE49-F238E27FC236}">
                <a16:creationId xmlns:a16="http://schemas.microsoft.com/office/drawing/2014/main" id="{E29E5E70-22CD-4E96-8CAB-90368F65564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572000" y="662940"/>
            <a:ext cx="3984915" cy="5191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1050" dirty="0">
                <a:latin typeface="Arial"/>
                <a:cs typeface="Arial"/>
              </a:rPr>
              <a:t>Hana Žahourová zahh00@vse.cz </a:t>
            </a:r>
            <a:endParaRPr lang="cs-CZ" sz="1050" dirty="0"/>
          </a:p>
        </p:txBody>
      </p:sp>
      <p:sp>
        <p:nvSpPr>
          <p:cNvPr id="9" name="Zástupný text 4">
            <a:extLst>
              <a:ext uri="{FF2B5EF4-FFF2-40B4-BE49-F238E27FC236}">
                <a16:creationId xmlns:a16="http://schemas.microsoft.com/office/drawing/2014/main" id="{C9002A16-94F7-4B76-9824-2D769080A31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4838009" y="1030911"/>
            <a:ext cx="3718906" cy="31162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dirty="0">
                <a:latin typeface="Arial"/>
                <a:cs typeface="Arial"/>
              </a:rPr>
              <a:t>Studijní program: Informační management</a:t>
            </a:r>
            <a:endParaRPr lang="cs-CZ" dirty="0"/>
          </a:p>
        </p:txBody>
      </p:sp>
      <p:sp>
        <p:nvSpPr>
          <p:cNvPr id="2" name="Zástupný text 4">
            <a:extLst>
              <a:ext uri="{FF2B5EF4-FFF2-40B4-BE49-F238E27FC236}">
                <a16:creationId xmlns:a16="http://schemas.microsoft.com/office/drawing/2014/main" id="{6DC8903B-1E09-1F86-58A9-F8FAB7A289F8}"/>
              </a:ext>
            </a:extLst>
          </p:cNvPr>
          <p:cNvSpPr txBox="1">
            <a:spLocks/>
          </p:cNvSpPr>
          <p:nvPr/>
        </p:nvSpPr>
        <p:spPr>
          <a:xfrm>
            <a:off x="4838009" y="1402766"/>
            <a:ext cx="3718906" cy="3116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r" defTabSz="685783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9881"/>
              </a:buClr>
              <a:buFont typeface="Arial" panose="020B0604020202020204" pitchFamily="34" charset="0"/>
              <a:buNone/>
              <a:defRPr sz="1400" kern="1200">
                <a:solidFill>
                  <a:srgbClr val="4A4A49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342892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5783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35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028675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371566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9881"/>
              </a:buClr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714457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348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240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132" indent="0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>
                <a:latin typeface="Arial"/>
                <a:cs typeface="Arial"/>
              </a:rPr>
              <a:t>Datum: 25.1.2026</a:t>
            </a:r>
          </a:p>
        </p:txBody>
      </p:sp>
    </p:spTree>
    <p:extLst>
      <p:ext uri="{BB962C8B-B14F-4D97-AF65-F5344CB8AC3E}">
        <p14:creationId xmlns:p14="http://schemas.microsoft.com/office/powerpoint/2010/main" val="3786549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98B41-9007-2A18-1DCF-E4FDB13B9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203128E-662C-3957-CB07-9F4A60E4C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Popis</a:t>
            </a:r>
            <a:r>
              <a:rPr lang="en-US" dirty="0"/>
              <a:t> </a:t>
            </a:r>
            <a:r>
              <a:rPr lang="cs-CZ" dirty="0"/>
              <a:t>řešené oblasti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FB03FD0-6621-58F3-A6B7-A35FC5792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fontAlgn="base"/>
            <a:r>
              <a:rPr lang="cs-CZ" dirty="0"/>
              <a:t>Cílem projektu je analyzovat faktory ovlivňující četnost výskytu a úmrtí na COVID-19 v roce 2020</a:t>
            </a:r>
            <a:r>
              <a:rPr lang="en-US" dirty="0"/>
              <a:t>​</a:t>
            </a:r>
          </a:p>
          <a:p>
            <a:pPr fontAlgn="base"/>
            <a:r>
              <a:rPr lang="cs-CZ" dirty="0"/>
              <a:t>Analýza zkoumá možné souvislosti mezi rasovým složením populace, věkem či chudobou na počet případů COVIDU-19</a:t>
            </a:r>
          </a:p>
        </p:txBody>
      </p:sp>
    </p:spTree>
    <p:extLst>
      <p:ext uri="{BB962C8B-B14F-4D97-AF65-F5344CB8AC3E}">
        <p14:creationId xmlns:p14="http://schemas.microsoft.com/office/powerpoint/2010/main" val="4196028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BF2E-2AB9-A8FB-03C5-8728F9015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B742DEB-8846-2D0E-09BA-ABCD9C5FB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210" y="1065726"/>
            <a:ext cx="7779544" cy="689952"/>
          </a:xfrm>
        </p:spPr>
        <p:txBody>
          <a:bodyPr/>
          <a:lstStyle/>
          <a:p>
            <a:r>
              <a:rPr lang="cs-CZ" dirty="0"/>
              <a:t>Cíle analýzy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AF1D6E-1F15-197F-7479-327244AD88E3}"/>
              </a:ext>
            </a:extLst>
          </p:cNvPr>
          <p:cNvSpPr txBox="1"/>
          <p:nvPr/>
        </p:nvSpPr>
        <p:spPr>
          <a:xfrm>
            <a:off x="731520" y="2052858"/>
            <a:ext cx="768096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CZ" altLang="en-CZ" b="1" dirty="0">
                <a:latin typeface="Arial" panose="020B0604020202020204" pitchFamily="34" charset="0"/>
              </a:rPr>
              <a:t>Zjistit, jak demografické složení okresů (populace, věková struktura, rasové zastoupení, pohlaví)</a:t>
            </a:r>
            <a:r>
              <a:rPr lang="en-CZ" altLang="en-CZ" dirty="0">
                <a:latin typeface="Arial" panose="020B0604020202020204" pitchFamily="34" charset="0"/>
              </a:rPr>
              <a:t> ovlivňovalo počet potvrzených případů a úmrtí na COVID-19 v roce 2020.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CZ" altLang="en-CZ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CZ" altLang="en-CZ" b="1" dirty="0">
                <a:latin typeface="Arial" panose="020B0604020202020204" pitchFamily="34" charset="0"/>
              </a:rPr>
              <a:t>Analyzovat vztah mezi socioekonomickými faktory (míra chudoby, mediánový příjem)</a:t>
            </a:r>
            <a:r>
              <a:rPr lang="en-CZ" altLang="en-CZ" dirty="0">
                <a:latin typeface="Arial" panose="020B0604020202020204" pitchFamily="34" charset="0"/>
              </a:rPr>
              <a:t> a dopady pandemie, tj. jak se lišila úmrtnost a nakaženost podle ekonomické situace regionu.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CZ" altLang="en-CZ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CZ" altLang="en-CZ" b="1" dirty="0">
                <a:latin typeface="Arial" panose="020B0604020202020204" pitchFamily="34" charset="0"/>
              </a:rPr>
              <a:t>Porovnat regionální rozdíly</a:t>
            </a:r>
            <a:r>
              <a:rPr lang="en-CZ" altLang="en-CZ" dirty="0">
                <a:latin typeface="Arial" panose="020B0604020202020204" pitchFamily="34" charset="0"/>
              </a:rPr>
              <a:t> v průběhu pandemie napříč státy a okresy USA – například identifikovat oblasti s nejvyššími relativními počty úmrtí po zohlednění populace.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CZ" altLang="en-CZ" dirty="0"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CZ" altLang="en-CZ" b="1" dirty="0">
                <a:latin typeface="Arial" panose="020B0604020202020204" pitchFamily="34" charset="0"/>
              </a:rPr>
              <a:t>Identifikovat měsíce s nejvíce případy.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endParaRPr lang="en-CZ" altLang="en-CZ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CZ" altLang="en-CZ" dirty="0"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088849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FD0270CA-D725-1436-A689-0431B9274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00016"/>
            <a:ext cx="7779544" cy="689952"/>
          </a:xfrm>
        </p:spPr>
        <p:txBody>
          <a:bodyPr anchor="t">
            <a:normAutofit/>
          </a:bodyPr>
          <a:lstStyle/>
          <a:p>
            <a:r>
              <a:rPr lang="en-US" dirty="0" err="1"/>
              <a:t>Klíčová</a:t>
            </a:r>
            <a:r>
              <a:rPr lang="en-US" dirty="0"/>
              <a:t> </a:t>
            </a:r>
            <a:r>
              <a:rPr lang="en-US" dirty="0" err="1"/>
              <a:t>zjištění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82C7369-8420-9A7F-D76A-9104497F7D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2264752"/>
            <a:ext cx="4967245" cy="2433949"/>
          </a:xfrm>
          <a:prstGeom prst="rect">
            <a:avLst/>
          </a:prstGeom>
          <a:noFill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899852-8817-5F99-832D-703B42547DD0}"/>
              </a:ext>
            </a:extLst>
          </p:cNvPr>
          <p:cNvSpPr txBox="1"/>
          <p:nvPr/>
        </p:nvSpPr>
        <p:spPr>
          <a:xfrm>
            <a:off x="520860" y="1789968"/>
            <a:ext cx="7755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</a:t>
            </a:r>
            <a:r>
              <a:rPr lang="en-CZ" dirty="0"/>
              <a:t>ejvyšší závažnost COVID případů je ve státě New Jersey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Z" dirty="0"/>
              <a:t>Je vidět, že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když</a:t>
            </a:r>
            <a:r>
              <a:rPr lang="en-GB" dirty="0"/>
              <a:t> </a:t>
            </a:r>
            <a:r>
              <a:rPr lang="en-GB" dirty="0" err="1"/>
              <a:t>má</a:t>
            </a:r>
            <a:r>
              <a:rPr lang="en-GB" dirty="0"/>
              <a:t> California </a:t>
            </a:r>
            <a:r>
              <a:rPr lang="en-GB" dirty="0" err="1"/>
              <a:t>nejvíce</a:t>
            </a:r>
            <a:r>
              <a:rPr lang="en-GB" dirty="0"/>
              <a:t> </a:t>
            </a:r>
            <a:r>
              <a:rPr lang="en-GB" dirty="0" err="1"/>
              <a:t>obyvatel</a:t>
            </a:r>
            <a:r>
              <a:rPr lang="en-GB" dirty="0"/>
              <a:t>, </a:t>
            </a:r>
            <a:r>
              <a:rPr lang="en-GB" dirty="0" err="1"/>
              <a:t>nemá</a:t>
            </a:r>
            <a:r>
              <a:rPr lang="en-GB" dirty="0"/>
              <a:t> </a:t>
            </a:r>
            <a:r>
              <a:rPr lang="en-GB" dirty="0" err="1"/>
              <a:t>nejvyšší</a:t>
            </a:r>
            <a:r>
              <a:rPr lang="en-GB" dirty="0"/>
              <a:t> </a:t>
            </a:r>
            <a:r>
              <a:rPr lang="en-GB"/>
              <a:t>úmrtnost</a:t>
            </a:r>
            <a:endParaRPr lang="en-CZ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A584B-AF16-FDC8-9A29-9F1C82A17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4038" y="2317750"/>
            <a:ext cx="4013200" cy="222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71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Úvodní sníme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EFCF83D5-7C28-494A-9D09-A3FDE4EA5435}"/>
    </a:ext>
  </a:extLst>
</a:theme>
</file>

<file path=ppt/theme/theme2.xml><?xml version="1.0" encoding="utf-8"?>
<a:theme xmlns:a="http://schemas.openxmlformats.org/drawingml/2006/main" name="Mezititulek / Závěr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0719A898-E866-4DE1-A0C7-6673E2DE6ACC}"/>
    </a:ext>
  </a:extLst>
</a:theme>
</file>

<file path=ppt/theme/theme3.xml><?xml version="1.0" encoding="utf-8"?>
<a:theme xmlns:a="http://schemas.openxmlformats.org/drawingml/2006/main" name="Běžné stránky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S_CZ_4_3.potx" id="{83264117-D02B-4AB3-9535-F55BD4626F0A}" vid="{5F4265E7-B574-4FDE-A297-F52502856981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fe71cfb-81ed-4b9d-9a1f-cae1a72b62ba">
      <Terms xmlns="http://schemas.microsoft.com/office/infopath/2007/PartnerControls"/>
    </lcf76f155ced4ddcb4097134ff3c332f>
    <TaxCatchAll xmlns="184be059-f9c1-47a1-baeb-6b78fb5c2cd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5EAD61CDED85140BF5B934B48DD3484" ma:contentTypeVersion="15" ma:contentTypeDescription="Vytvoří nový dokument" ma:contentTypeScope="" ma:versionID="57c7acc678d4da0b8ba39acd8e916ed2">
  <xsd:schema xmlns:xsd="http://www.w3.org/2001/XMLSchema" xmlns:xs="http://www.w3.org/2001/XMLSchema" xmlns:p="http://schemas.microsoft.com/office/2006/metadata/properties" xmlns:ns2="7fe71cfb-81ed-4b9d-9a1f-cae1a72b62ba" xmlns:ns3="184be059-f9c1-47a1-baeb-6b78fb5c2cd7" targetNamespace="http://schemas.microsoft.com/office/2006/metadata/properties" ma:root="true" ma:fieldsID="00b82b4a7cf6d93894e416bb4502bf8f" ns2:_="" ns3:_="">
    <xsd:import namespace="7fe71cfb-81ed-4b9d-9a1f-cae1a72b62ba"/>
    <xsd:import namespace="184be059-f9c1-47a1-baeb-6b78fb5c2cd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e71cfb-81ed-4b9d-9a1f-cae1a72b62b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Značky obrázků" ma:readOnly="false" ma:fieldId="{5cf76f15-5ced-4ddc-b409-7134ff3c332f}" ma:taxonomyMulti="true" ma:sspId="babb5542-b20f-476f-b885-dfe2db7716b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4be059-f9c1-47a1-baeb-6b78fb5c2cd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dílí se s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dílené s podrobnostmi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5e9b24e3-0751-412a-b275-2d618e008197}" ma:internalName="TaxCatchAll" ma:showField="CatchAllData" ma:web="184be059-f9c1-47a1-baeb-6b78fb5c2cd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32259C9-B307-4FF4-B7D2-DAD5D3FFF00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0DE5107-EA5C-49BC-849B-82F30D30C53B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purl.org/dc/dcmitype/"/>
    <ds:schemaRef ds:uri="7fe71cfb-81ed-4b9d-9a1f-cae1a72b62ba"/>
    <ds:schemaRef ds:uri="184be059-f9c1-47a1-baeb-6b78fb5c2cd7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F8CD9D9D-7B9F-4443-A564-98662DD489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e71cfb-81ed-4b9d-9a1f-cae1a72b62ba"/>
    <ds:schemaRef ds:uri="184be059-f9c1-47a1-baeb-6b78fb5c2cd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AI a IMES_obhajoba_new</Template>
  <TotalTime>1193</TotalTime>
  <Words>173</Words>
  <Application>Microsoft Macintosh PowerPoint</Application>
  <PresentationFormat>On-screen Show (4:3)</PresentationFormat>
  <Paragraphs>19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Úvodní snímek</vt:lpstr>
      <vt:lpstr>Mezititulek / Závěr</vt:lpstr>
      <vt:lpstr>Běžné stránky</vt:lpstr>
      <vt:lpstr>Analýza vztahu mezi populací USA a COVID-19 případů​</vt:lpstr>
      <vt:lpstr>Popis řešené oblasti</vt:lpstr>
      <vt:lpstr>Cíle analýzy</vt:lpstr>
      <vt:lpstr>Klíčová zjištění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Lorem ipsum dolor sit amet, consectetuer adipiscing elit. Etiam commodo dui eget wisi.</dc:title>
  <dc:creator>Martina Jandová</dc:creator>
  <cp:lastModifiedBy>Hana Žahourová</cp:lastModifiedBy>
  <cp:revision>1471</cp:revision>
  <dcterms:created xsi:type="dcterms:W3CDTF">2021-03-30T17:50:31Z</dcterms:created>
  <dcterms:modified xsi:type="dcterms:W3CDTF">2026-01-28T21:50:09Z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0x010100A5EAD61CDED85140BF5B934B48DD3484</vt:lpwstr>
  </property>
</Properties>
</file>