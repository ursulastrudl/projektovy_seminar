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676" r:id="rId5"/>
    <p:sldMasterId id="2147483662" r:id="rId6"/>
    <p:sldMasterId id="2147483678" r:id="rId7"/>
  </p:sldMasterIdLst>
  <p:notesMasterIdLst>
    <p:notesMasterId r:id="rId24"/>
  </p:notesMasterIdLst>
  <p:sldIdLst>
    <p:sldId id="263" r:id="rId8"/>
    <p:sldId id="284" r:id="rId9"/>
    <p:sldId id="271" r:id="rId10"/>
    <p:sldId id="322" r:id="rId11"/>
    <p:sldId id="331" r:id="rId12"/>
    <p:sldId id="286" r:id="rId13"/>
    <p:sldId id="311" r:id="rId14"/>
    <p:sldId id="334" r:id="rId15"/>
    <p:sldId id="324" r:id="rId16"/>
    <p:sldId id="328" r:id="rId17"/>
    <p:sldId id="325" r:id="rId18"/>
    <p:sldId id="326" r:id="rId19"/>
    <p:sldId id="330" r:id="rId20"/>
    <p:sldId id="327" r:id="rId21"/>
    <p:sldId id="329" r:id="rId22"/>
    <p:sldId id="270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E9F6E1-0CCD-A329-5A98-6923FCA298F6}" name="Josef Gajda" initials="JG" userId="S::gajj02@vse.cz::62354765-72cf-499b-b531-3c23b95cf5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881"/>
    <a:srgbClr val="B5EAE0"/>
    <a:srgbClr val="89F7E2"/>
    <a:srgbClr val="9AE8F4"/>
    <a:srgbClr val="00659B"/>
    <a:srgbClr val="BDE7FF"/>
    <a:srgbClr val="EB6608"/>
    <a:srgbClr val="FDE2CF"/>
    <a:srgbClr val="D6C2D6"/>
    <a:srgbClr val="F0C2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0A993-E482-0E47-ADF7-D120FE41891C}" v="77" dt="2026-01-30T12:08:42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větlý sty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03447BB-5D67-496B-8E87-E561075AD55C}" styleName="Tmavý styl 1 – zvýraznění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Střední sty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Tmavý sty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Světlý sty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2" autoAdjust="0"/>
    <p:restoredTop sz="94712"/>
  </p:normalViewPr>
  <p:slideViewPr>
    <p:cSldViewPr snapToGrid="0">
      <p:cViewPr>
        <p:scale>
          <a:sx n="120" d="100"/>
          <a:sy n="120" d="100"/>
        </p:scale>
        <p:origin x="1112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a Žahourová" userId="S::zahh00@vse.cz::230038c9-a3ca-4475-b002-a1afd1b1f2d3" providerId="AD" clId="Web-{F9EF98AD-FB25-AD2C-028F-D74624FAD57C}"/>
    <pc:docChg chg="modSld">
      <pc:chgData name="Hana Žahourová" userId="S::zahh00@vse.cz::230038c9-a3ca-4475-b002-a1afd1b1f2d3" providerId="AD" clId="Web-{F9EF98AD-FB25-AD2C-028F-D74624FAD57C}" dt="2026-01-23T14:36:51.502" v="25" actId="20577"/>
      <pc:docMkLst>
        <pc:docMk/>
      </pc:docMkLst>
    </pc:docChg>
  </pc:docChgLst>
  <pc:docChgLst>
    <pc:chgData name="Hana Žahourová" userId="230038c9-a3ca-4475-b002-a1afd1b1f2d3" providerId="ADAL" clId="{0B286381-0C14-58E2-A012-C306F8E3D3E3}"/>
    <pc:docChg chg="undo custSel addSld delSld modSld sldOrd">
      <pc:chgData name="Hana Žahourová" userId="230038c9-a3ca-4475-b002-a1afd1b1f2d3" providerId="ADAL" clId="{0B286381-0C14-58E2-A012-C306F8E3D3E3}" dt="2026-01-30T12:08:53.136" v="2188" actId="20577"/>
      <pc:docMkLst>
        <pc:docMk/>
      </pc:docMkLst>
      <pc:sldChg chg="modSp mod">
        <pc:chgData name="Hana Žahourová" userId="230038c9-a3ca-4475-b002-a1afd1b1f2d3" providerId="ADAL" clId="{0B286381-0C14-58E2-A012-C306F8E3D3E3}" dt="2026-01-30T11:57:45.494" v="2169" actId="20577"/>
        <pc:sldMkLst>
          <pc:docMk/>
          <pc:sldMk cId="3786549256" sldId="263"/>
        </pc:sldMkLst>
        <pc:spChg chg="mod">
          <ac:chgData name="Hana Žahourová" userId="230038c9-a3ca-4475-b002-a1afd1b1f2d3" providerId="ADAL" clId="{0B286381-0C14-58E2-A012-C306F8E3D3E3}" dt="2026-01-30T11:57:45.494" v="2169" actId="20577"/>
          <ac:spMkLst>
            <pc:docMk/>
            <pc:sldMk cId="3786549256" sldId="263"/>
            <ac:spMk id="2" creationId="{6DC8903B-1E09-1F86-58A9-F8FAB7A289F8}"/>
          </ac:spMkLst>
        </pc:spChg>
      </pc:sldChg>
      <pc:sldChg chg="modSp add del mod">
        <pc:chgData name="Hana Žahourová" userId="230038c9-a3ca-4475-b002-a1afd1b1f2d3" providerId="ADAL" clId="{0B286381-0C14-58E2-A012-C306F8E3D3E3}" dt="2026-01-29T22:38:49.199" v="1611" actId="20577"/>
        <pc:sldMkLst>
          <pc:docMk/>
          <pc:sldMk cId="3939120032" sldId="270"/>
        </pc:sldMkLst>
        <pc:spChg chg="mod">
          <ac:chgData name="Hana Žahourová" userId="230038c9-a3ca-4475-b002-a1afd1b1f2d3" providerId="ADAL" clId="{0B286381-0C14-58E2-A012-C306F8E3D3E3}" dt="2026-01-29T22:38:49.199" v="1611" actId="20577"/>
          <ac:spMkLst>
            <pc:docMk/>
            <pc:sldMk cId="3939120032" sldId="270"/>
            <ac:spMk id="4" creationId="{0189036C-68F1-2208-6922-3C37B8772AB4}"/>
          </ac:spMkLst>
        </pc:spChg>
      </pc:sldChg>
      <pc:sldChg chg="modSp add mod">
        <pc:chgData name="Hana Žahourová" userId="230038c9-a3ca-4475-b002-a1afd1b1f2d3" providerId="ADAL" clId="{0B286381-0C14-58E2-A012-C306F8E3D3E3}" dt="2026-01-30T12:02:52.953" v="2182" actId="403"/>
        <pc:sldMkLst>
          <pc:docMk/>
          <pc:sldMk cId="2819717697" sldId="271"/>
        </pc:sldMkLst>
        <pc:spChg chg="mod">
          <ac:chgData name="Hana Žahourová" userId="230038c9-a3ca-4475-b002-a1afd1b1f2d3" providerId="ADAL" clId="{0B286381-0C14-58E2-A012-C306F8E3D3E3}" dt="2026-01-30T12:02:52.953" v="2182" actId="403"/>
          <ac:spMkLst>
            <pc:docMk/>
            <pc:sldMk cId="2819717697" sldId="271"/>
            <ac:spMk id="3" creationId="{EC210CE7-DD47-D932-2B13-1C4EB19804C9}"/>
          </ac:spMkLst>
        </pc:spChg>
      </pc:sldChg>
      <pc:sldChg chg="modSp add del mod">
        <pc:chgData name="Hana Žahourová" userId="230038c9-a3ca-4475-b002-a1afd1b1f2d3" providerId="ADAL" clId="{0B286381-0C14-58E2-A012-C306F8E3D3E3}" dt="2026-01-30T09:43:19.708" v="1639" actId="1076"/>
        <pc:sldMkLst>
          <pc:docMk/>
          <pc:sldMk cId="2670353907" sldId="286"/>
        </pc:sldMkLst>
        <pc:spChg chg="mod">
          <ac:chgData name="Hana Žahourová" userId="230038c9-a3ca-4475-b002-a1afd1b1f2d3" providerId="ADAL" clId="{0B286381-0C14-58E2-A012-C306F8E3D3E3}" dt="2026-01-30T09:43:19.708" v="1639" actId="1076"/>
          <ac:spMkLst>
            <pc:docMk/>
            <pc:sldMk cId="2670353907" sldId="286"/>
            <ac:spMk id="4" creationId="{3186B88E-2C99-06E6-F2F5-22E47A67B329}"/>
          </ac:spMkLst>
        </pc:spChg>
      </pc:sldChg>
      <pc:sldChg chg="modSp add mod">
        <pc:chgData name="Hana Žahourová" userId="230038c9-a3ca-4475-b002-a1afd1b1f2d3" providerId="ADAL" clId="{0B286381-0C14-58E2-A012-C306F8E3D3E3}" dt="2026-01-30T12:08:48.549" v="2187" actId="20577"/>
        <pc:sldMkLst>
          <pc:docMk/>
          <pc:sldMk cId="1127815583" sldId="311"/>
        </pc:sldMkLst>
        <pc:spChg chg="mod">
          <ac:chgData name="Hana Žahourová" userId="230038c9-a3ca-4475-b002-a1afd1b1f2d3" providerId="ADAL" clId="{0B286381-0C14-58E2-A012-C306F8E3D3E3}" dt="2026-01-30T12:08:48.549" v="2187" actId="20577"/>
          <ac:spMkLst>
            <pc:docMk/>
            <pc:sldMk cId="1127815583" sldId="311"/>
            <ac:spMk id="5" creationId="{17563395-3332-0B03-CDA8-8995C28B598B}"/>
          </ac:spMkLst>
        </pc:spChg>
      </pc:sldChg>
      <pc:sldChg chg="add">
        <pc:chgData name="Hana Žahourová" userId="230038c9-a3ca-4475-b002-a1afd1b1f2d3" providerId="ADAL" clId="{0B286381-0C14-58E2-A012-C306F8E3D3E3}" dt="2026-01-30T12:04:24.412" v="2184"/>
        <pc:sldMkLst>
          <pc:docMk/>
          <pc:sldMk cId="838937498" sldId="322"/>
        </pc:sldMkLst>
      </pc:sldChg>
      <pc:sldChg chg="del">
        <pc:chgData name="Hana Žahourová" userId="230038c9-a3ca-4475-b002-a1afd1b1f2d3" providerId="ADAL" clId="{0B286381-0C14-58E2-A012-C306F8E3D3E3}" dt="2026-01-30T12:04:19.402" v="2183" actId="2696"/>
        <pc:sldMkLst>
          <pc:docMk/>
          <pc:sldMk cId="2088849679" sldId="322"/>
        </pc:sldMkLst>
      </pc:sldChg>
      <pc:sldChg chg="addSp delSp modSp new del mod modClrScheme chgLayout">
        <pc:chgData name="Hana Žahourová" userId="230038c9-a3ca-4475-b002-a1afd1b1f2d3" providerId="ADAL" clId="{0B286381-0C14-58E2-A012-C306F8E3D3E3}" dt="2026-01-29T10:10:06.092" v="560" actId="2696"/>
        <pc:sldMkLst>
          <pc:docMk/>
          <pc:sldMk cId="2916071846" sldId="323"/>
        </pc:sldMkLst>
      </pc:sldChg>
      <pc:sldChg chg="addSp delSp modSp add mod">
        <pc:chgData name="Hana Žahourová" userId="230038c9-a3ca-4475-b002-a1afd1b1f2d3" providerId="ADAL" clId="{0B286381-0C14-58E2-A012-C306F8E3D3E3}" dt="2026-01-30T11:58:27.631" v="2171"/>
        <pc:sldMkLst>
          <pc:docMk/>
          <pc:sldMk cId="3507140480" sldId="324"/>
        </pc:sldMkLst>
        <pc:spChg chg="add mod">
          <ac:chgData name="Hana Žahourová" userId="230038c9-a3ca-4475-b002-a1afd1b1f2d3" providerId="ADAL" clId="{0B286381-0C14-58E2-A012-C306F8E3D3E3}" dt="2026-01-30T11:58:27.631" v="2171"/>
          <ac:spMkLst>
            <pc:docMk/>
            <pc:sldMk cId="3507140480" sldId="324"/>
            <ac:spMk id="3" creationId="{9257BCD5-2C7F-CA14-9759-80E5C79D58B1}"/>
          </ac:spMkLst>
        </pc:spChg>
        <pc:spChg chg="mod">
          <ac:chgData name="Hana Žahourová" userId="230038c9-a3ca-4475-b002-a1afd1b1f2d3" providerId="ADAL" clId="{0B286381-0C14-58E2-A012-C306F8E3D3E3}" dt="2026-01-30T09:51:12.504" v="1667" actId="20577"/>
          <ac:spMkLst>
            <pc:docMk/>
            <pc:sldMk cId="3507140480" sldId="324"/>
            <ac:spMk id="5" creationId="{9C5377BA-454B-492C-EA5A-1B8AE748EC4C}"/>
          </ac:spMkLst>
        </pc:spChg>
        <pc:spChg chg="mod">
          <ac:chgData name="Hana Žahourová" userId="230038c9-a3ca-4475-b002-a1afd1b1f2d3" providerId="ADAL" clId="{0B286381-0C14-58E2-A012-C306F8E3D3E3}" dt="2026-01-30T09:52:12.332" v="1679" actId="20577"/>
          <ac:spMkLst>
            <pc:docMk/>
            <pc:sldMk cId="3507140480" sldId="324"/>
            <ac:spMk id="8" creationId="{341F95D9-E669-BCED-AD7B-65325E0A26C0}"/>
          </ac:spMkLst>
        </pc:spChg>
        <pc:picChg chg="add del mod">
          <ac:chgData name="Hana Žahourová" userId="230038c9-a3ca-4475-b002-a1afd1b1f2d3" providerId="ADAL" clId="{0B286381-0C14-58E2-A012-C306F8E3D3E3}" dt="2026-01-29T10:01:05.724" v="559" actId="478"/>
          <ac:picMkLst>
            <pc:docMk/>
            <pc:sldMk cId="3507140480" sldId="324"/>
            <ac:picMk id="2" creationId="{F77779FD-58A1-BF4E-8CF0-3E36537FE982}"/>
          </ac:picMkLst>
        </pc:picChg>
        <pc:picChg chg="mod">
          <ac:chgData name="Hana Žahourová" userId="230038c9-a3ca-4475-b002-a1afd1b1f2d3" providerId="ADAL" clId="{0B286381-0C14-58E2-A012-C306F8E3D3E3}" dt="2026-01-29T11:46:24.526" v="674" actId="1076"/>
          <ac:picMkLst>
            <pc:docMk/>
            <pc:sldMk cId="3507140480" sldId="324"/>
            <ac:picMk id="4" creationId="{A1439470-FF19-1166-4D20-BAAC870676DE}"/>
          </ac:picMkLst>
        </pc:picChg>
        <pc:picChg chg="del mod">
          <ac:chgData name="Hana Žahourová" userId="230038c9-a3ca-4475-b002-a1afd1b1f2d3" providerId="ADAL" clId="{0B286381-0C14-58E2-A012-C306F8E3D3E3}" dt="2026-01-29T11:45:53.166" v="665" actId="478"/>
          <ac:picMkLst>
            <pc:docMk/>
            <pc:sldMk cId="3507140480" sldId="324"/>
            <ac:picMk id="6" creationId="{607646C6-342C-0BE4-96D0-735B8EDC4172}"/>
          </ac:picMkLst>
        </pc:picChg>
      </pc:sldChg>
      <pc:sldChg chg="addSp delSp modSp new mod modClrScheme chgLayout">
        <pc:chgData name="Hana Žahourová" userId="230038c9-a3ca-4475-b002-a1afd1b1f2d3" providerId="ADAL" clId="{0B286381-0C14-58E2-A012-C306F8E3D3E3}" dt="2026-01-30T11:59:26.406" v="2181" actId="14100"/>
        <pc:sldMkLst>
          <pc:docMk/>
          <pc:sldMk cId="3359379582" sldId="325"/>
        </pc:sldMkLst>
        <pc:spChg chg="del">
          <ac:chgData name="Hana Žahourová" userId="230038c9-a3ca-4475-b002-a1afd1b1f2d3" providerId="ADAL" clId="{0B286381-0C14-58E2-A012-C306F8E3D3E3}" dt="2026-01-29T09:40:34.199" v="505" actId="26606"/>
          <ac:spMkLst>
            <pc:docMk/>
            <pc:sldMk cId="3359379582" sldId="325"/>
            <ac:spMk id="2" creationId="{F7329BEA-F4AC-87A9-2920-E09038209DFB}"/>
          </ac:spMkLst>
        </pc:spChg>
        <pc:spChg chg="del">
          <ac:chgData name="Hana Žahourová" userId="230038c9-a3ca-4475-b002-a1afd1b1f2d3" providerId="ADAL" clId="{0B286381-0C14-58E2-A012-C306F8E3D3E3}" dt="2026-01-29T09:40:34.199" v="505" actId="26606"/>
          <ac:spMkLst>
            <pc:docMk/>
            <pc:sldMk cId="3359379582" sldId="325"/>
            <ac:spMk id="3" creationId="{CD8B6405-374B-4C53-A00C-D3EA40D717DD}"/>
          </ac:spMkLst>
        </pc:spChg>
        <pc:spChg chg="add mod">
          <ac:chgData name="Hana Žahourová" userId="230038c9-a3ca-4475-b002-a1afd1b1f2d3" providerId="ADAL" clId="{0B286381-0C14-58E2-A012-C306F8E3D3E3}" dt="2026-01-29T21:50:26.809" v="1061" actId="1076"/>
          <ac:spMkLst>
            <pc:docMk/>
            <pc:sldMk cId="3359379582" sldId="325"/>
            <ac:spMk id="5" creationId="{6450B92B-045A-5360-0501-6943C1D7A713}"/>
          </ac:spMkLst>
        </pc:spChg>
        <pc:spChg chg="add mod">
          <ac:chgData name="Hana Žahourová" userId="230038c9-a3ca-4475-b002-a1afd1b1f2d3" providerId="ADAL" clId="{0B286381-0C14-58E2-A012-C306F8E3D3E3}" dt="2026-01-30T11:58:33.236" v="2173"/>
          <ac:spMkLst>
            <pc:docMk/>
            <pc:sldMk cId="3359379582" sldId="325"/>
            <ac:spMk id="7" creationId="{86F85E0D-18DB-CE51-F996-E3324D862E5E}"/>
          </ac:spMkLst>
        </pc:spChg>
        <pc:spChg chg="add mod">
          <ac:chgData name="Hana Žahourová" userId="230038c9-a3ca-4475-b002-a1afd1b1f2d3" providerId="ADAL" clId="{0B286381-0C14-58E2-A012-C306F8E3D3E3}" dt="2026-01-29T21:50:23.924" v="1060" actId="1076"/>
          <ac:spMkLst>
            <pc:docMk/>
            <pc:sldMk cId="3359379582" sldId="325"/>
            <ac:spMk id="9" creationId="{E6360799-CD5E-20FA-C10A-B218DCCA4EA2}"/>
          </ac:spMkLst>
        </pc:spChg>
        <pc:picChg chg="add del mod">
          <ac:chgData name="Hana Žahourová" userId="230038c9-a3ca-4475-b002-a1afd1b1f2d3" providerId="ADAL" clId="{0B286381-0C14-58E2-A012-C306F8E3D3E3}" dt="2026-01-30T11:59:14.809" v="2176" actId="478"/>
          <ac:picMkLst>
            <pc:docMk/>
            <pc:sldMk cId="3359379582" sldId="325"/>
            <ac:picMk id="4" creationId="{E78C730D-4D45-C70A-DD5D-2184AD06E19E}"/>
          </ac:picMkLst>
        </pc:picChg>
        <pc:picChg chg="add mod">
          <ac:chgData name="Hana Žahourová" userId="230038c9-a3ca-4475-b002-a1afd1b1f2d3" providerId="ADAL" clId="{0B286381-0C14-58E2-A012-C306F8E3D3E3}" dt="2026-01-30T11:59:21.305" v="2179" actId="1076"/>
          <ac:picMkLst>
            <pc:docMk/>
            <pc:sldMk cId="3359379582" sldId="325"/>
            <ac:picMk id="6" creationId="{FC8AF39E-62C9-AF53-FBEB-57820D9A1189}"/>
          </ac:picMkLst>
        </pc:picChg>
        <pc:picChg chg="add mod">
          <ac:chgData name="Hana Žahourová" userId="230038c9-a3ca-4475-b002-a1afd1b1f2d3" providerId="ADAL" clId="{0B286381-0C14-58E2-A012-C306F8E3D3E3}" dt="2026-01-30T11:59:26.406" v="2181" actId="14100"/>
          <ac:picMkLst>
            <pc:docMk/>
            <pc:sldMk cId="3359379582" sldId="325"/>
            <ac:picMk id="8" creationId="{69327A8F-015F-76A6-B89F-AA732FB212D4}"/>
          </ac:picMkLst>
        </pc:picChg>
      </pc:sldChg>
      <pc:sldChg chg="addSp delSp modSp add mod ord modClrScheme chgLayout">
        <pc:chgData name="Hana Žahourová" userId="230038c9-a3ca-4475-b002-a1afd1b1f2d3" providerId="ADAL" clId="{0B286381-0C14-58E2-A012-C306F8E3D3E3}" dt="2026-01-30T11:58:36.523" v="2174"/>
        <pc:sldMkLst>
          <pc:docMk/>
          <pc:sldMk cId="3401549541" sldId="326"/>
        </pc:sldMkLst>
        <pc:spChg chg="mod">
          <ac:chgData name="Hana Žahourová" userId="230038c9-a3ca-4475-b002-a1afd1b1f2d3" providerId="ADAL" clId="{0B286381-0C14-58E2-A012-C306F8E3D3E3}" dt="2026-01-30T10:05:39.393" v="2020" actId="14100"/>
          <ac:spMkLst>
            <pc:docMk/>
            <pc:sldMk cId="3401549541" sldId="326"/>
            <ac:spMk id="5" creationId="{5944372B-903C-A9D8-9176-B50537350913}"/>
          </ac:spMkLst>
        </pc:spChg>
        <pc:spChg chg="add mod">
          <ac:chgData name="Hana Žahourová" userId="230038c9-a3ca-4475-b002-a1afd1b1f2d3" providerId="ADAL" clId="{0B286381-0C14-58E2-A012-C306F8E3D3E3}" dt="2026-01-30T11:58:36.523" v="2174"/>
          <ac:spMkLst>
            <pc:docMk/>
            <pc:sldMk cId="3401549541" sldId="326"/>
            <ac:spMk id="8" creationId="{B743A6C2-EF13-17A6-BA5E-5E162C89ACB9}"/>
          </ac:spMkLst>
        </pc:spChg>
        <pc:spChg chg="add del">
          <ac:chgData name="Hana Žahourová" userId="230038c9-a3ca-4475-b002-a1afd1b1f2d3" providerId="ADAL" clId="{0B286381-0C14-58E2-A012-C306F8E3D3E3}" dt="2026-01-29T10:15:08.260" v="573" actId="26606"/>
          <ac:spMkLst>
            <pc:docMk/>
            <pc:sldMk cId="3401549541" sldId="326"/>
            <ac:spMk id="9" creationId="{9D0F227F-EED9-27E3-255A-D208C6CA7E10}"/>
          </ac:spMkLst>
        </pc:spChg>
        <pc:spChg chg="add del mod">
          <ac:chgData name="Hana Žahourová" userId="230038c9-a3ca-4475-b002-a1afd1b1f2d3" providerId="ADAL" clId="{0B286381-0C14-58E2-A012-C306F8E3D3E3}" dt="2026-01-29T10:15:07.058" v="570" actId="26606"/>
          <ac:spMkLst>
            <pc:docMk/>
            <pc:sldMk cId="3401549541" sldId="326"/>
            <ac:spMk id="14" creationId="{EF8B8642-CB55-2260-B32F-10DBF8B1B117}"/>
          </ac:spMkLst>
        </pc:spChg>
        <pc:spChg chg="add del mod">
          <ac:chgData name="Hana Žahourová" userId="230038c9-a3ca-4475-b002-a1afd1b1f2d3" providerId="ADAL" clId="{0B286381-0C14-58E2-A012-C306F8E3D3E3}" dt="2026-01-29T10:15:08.253" v="572" actId="26606"/>
          <ac:spMkLst>
            <pc:docMk/>
            <pc:sldMk cId="3401549541" sldId="326"/>
            <ac:spMk id="16" creationId="{42ABE005-CB98-C477-2BB4-EA9025D0567D}"/>
          </ac:spMkLst>
        </pc:spChg>
        <pc:spChg chg="add mod">
          <ac:chgData name="Hana Žahourová" userId="230038c9-a3ca-4475-b002-a1afd1b1f2d3" providerId="ADAL" clId="{0B286381-0C14-58E2-A012-C306F8E3D3E3}" dt="2026-01-30T10:06:58.442" v="2061" actId="20577"/>
          <ac:spMkLst>
            <pc:docMk/>
            <pc:sldMk cId="3401549541" sldId="326"/>
            <ac:spMk id="18" creationId="{EF8B8642-CB55-2260-B32F-10DBF8B1B117}"/>
          </ac:spMkLst>
        </pc:spChg>
        <pc:picChg chg="add del mod">
          <ac:chgData name="Hana Žahourová" userId="230038c9-a3ca-4475-b002-a1afd1b1f2d3" providerId="ADAL" clId="{0B286381-0C14-58E2-A012-C306F8E3D3E3}" dt="2026-01-29T09:55:49.417" v="531" actId="478"/>
          <ac:picMkLst>
            <pc:docMk/>
            <pc:sldMk cId="3401549541" sldId="326"/>
            <ac:picMk id="2" creationId="{F74E462B-18BF-7709-EA3B-FC3DC9A4F6E9}"/>
          </ac:picMkLst>
        </pc:picChg>
        <pc:picChg chg="add del mod">
          <ac:chgData name="Hana Žahourová" userId="230038c9-a3ca-4475-b002-a1afd1b1f2d3" providerId="ADAL" clId="{0B286381-0C14-58E2-A012-C306F8E3D3E3}" dt="2026-01-30T10:05:45.606" v="2023" actId="478"/>
          <ac:picMkLst>
            <pc:docMk/>
            <pc:sldMk cId="3401549541" sldId="326"/>
            <ac:picMk id="3" creationId="{A00C4D0D-9083-93FA-BAB2-5FD4A20A7EAD}"/>
          </ac:picMkLst>
        </pc:picChg>
        <pc:picChg chg="del">
          <ac:chgData name="Hana Žahourová" userId="230038c9-a3ca-4475-b002-a1afd1b1f2d3" providerId="ADAL" clId="{0B286381-0C14-58E2-A012-C306F8E3D3E3}" dt="2026-01-29T09:52:54.461" v="520" actId="478"/>
          <ac:picMkLst>
            <pc:docMk/>
            <pc:sldMk cId="3401549541" sldId="326"/>
            <ac:picMk id="4" creationId="{BDE31E31-B52D-6BBA-14B2-54B5E80BD50C}"/>
          </ac:picMkLst>
        </pc:picChg>
        <pc:picChg chg="add del mod">
          <ac:chgData name="Hana Žahourová" userId="230038c9-a3ca-4475-b002-a1afd1b1f2d3" providerId="ADAL" clId="{0B286381-0C14-58E2-A012-C306F8E3D3E3}" dt="2026-01-30T10:05:59.801" v="2027" actId="478"/>
          <ac:picMkLst>
            <pc:docMk/>
            <pc:sldMk cId="3401549541" sldId="326"/>
            <ac:picMk id="6" creationId="{35203D96-F48A-2F31-5644-8150086F1A88}"/>
          </ac:picMkLst>
        </pc:picChg>
        <pc:picChg chg="add mod">
          <ac:chgData name="Hana Žahourová" userId="230038c9-a3ca-4475-b002-a1afd1b1f2d3" providerId="ADAL" clId="{0B286381-0C14-58E2-A012-C306F8E3D3E3}" dt="2026-01-30T10:06:19.929" v="2029" actId="1076"/>
          <ac:picMkLst>
            <pc:docMk/>
            <pc:sldMk cId="3401549541" sldId="326"/>
            <ac:picMk id="7" creationId="{9DE4AFDC-1EB3-10FC-D539-A26E5C8A5685}"/>
          </ac:picMkLst>
        </pc:picChg>
      </pc:sldChg>
      <pc:sldChg chg="modSp new mod modNotesTx">
        <pc:chgData name="Hana Žahourová" userId="230038c9-a3ca-4475-b002-a1afd1b1f2d3" providerId="ADAL" clId="{0B286381-0C14-58E2-A012-C306F8E3D3E3}" dt="2026-01-30T11:39:25.009" v="2159" actId="20577"/>
        <pc:sldMkLst>
          <pc:docMk/>
          <pc:sldMk cId="1683314401" sldId="327"/>
        </pc:sldMkLst>
        <pc:spChg chg="mod">
          <ac:chgData name="Hana Žahourová" userId="230038c9-a3ca-4475-b002-a1afd1b1f2d3" providerId="ADAL" clId="{0B286381-0C14-58E2-A012-C306F8E3D3E3}" dt="2026-01-29T22:05:52.506" v="1156" actId="1076"/>
          <ac:spMkLst>
            <pc:docMk/>
            <pc:sldMk cId="1683314401" sldId="327"/>
            <ac:spMk id="2" creationId="{636D60BB-A5D6-111B-A475-AEF37D03DCB4}"/>
          </ac:spMkLst>
        </pc:spChg>
        <pc:spChg chg="mod">
          <ac:chgData name="Hana Žahourová" userId="230038c9-a3ca-4475-b002-a1afd1b1f2d3" providerId="ADAL" clId="{0B286381-0C14-58E2-A012-C306F8E3D3E3}" dt="2026-01-30T11:39:25.009" v="2159" actId="20577"/>
          <ac:spMkLst>
            <pc:docMk/>
            <pc:sldMk cId="1683314401" sldId="327"/>
            <ac:spMk id="3" creationId="{B5B106FE-5ED1-2878-CB0B-1849928FD04C}"/>
          </ac:spMkLst>
        </pc:spChg>
      </pc:sldChg>
      <pc:sldChg chg="addSp delSp modSp add mod modNotesTx">
        <pc:chgData name="Hana Žahourová" userId="230038c9-a3ca-4475-b002-a1afd1b1f2d3" providerId="ADAL" clId="{0B286381-0C14-58E2-A012-C306F8E3D3E3}" dt="2026-01-30T11:58:30.194" v="2172"/>
        <pc:sldMkLst>
          <pc:docMk/>
          <pc:sldMk cId="2057141320" sldId="328"/>
        </pc:sldMkLst>
        <pc:spChg chg="add del mod">
          <ac:chgData name="Hana Žahourová" userId="230038c9-a3ca-4475-b002-a1afd1b1f2d3" providerId="ADAL" clId="{0B286381-0C14-58E2-A012-C306F8E3D3E3}" dt="2026-01-29T11:46:08.818" v="670" actId="478"/>
          <ac:spMkLst>
            <pc:docMk/>
            <pc:sldMk cId="2057141320" sldId="328"/>
            <ac:spMk id="3" creationId="{3CF7F911-8FE3-39A6-DE32-DECF9C4A2721}"/>
          </ac:spMkLst>
        </pc:spChg>
        <pc:spChg chg="mod">
          <ac:chgData name="Hana Žahourová" userId="230038c9-a3ca-4475-b002-a1afd1b1f2d3" providerId="ADAL" clId="{0B286381-0C14-58E2-A012-C306F8E3D3E3}" dt="2026-01-30T11:39:44.264" v="2165" actId="20577"/>
          <ac:spMkLst>
            <pc:docMk/>
            <pc:sldMk cId="2057141320" sldId="328"/>
            <ac:spMk id="5" creationId="{79ABA7E1-2F3D-796A-3AA6-7FDEAE6815E0}"/>
          </ac:spMkLst>
        </pc:spChg>
        <pc:spChg chg="mod">
          <ac:chgData name="Hana Žahourová" userId="230038c9-a3ca-4475-b002-a1afd1b1f2d3" providerId="ADAL" clId="{0B286381-0C14-58E2-A012-C306F8E3D3E3}" dt="2026-01-30T09:52:21.299" v="1710" actId="20577"/>
          <ac:spMkLst>
            <pc:docMk/>
            <pc:sldMk cId="2057141320" sldId="328"/>
            <ac:spMk id="8" creationId="{996CCDAB-1B50-41C7-CD49-11433D87D55F}"/>
          </ac:spMkLst>
        </pc:spChg>
        <pc:spChg chg="add del">
          <ac:chgData name="Hana Žahourová" userId="230038c9-a3ca-4475-b002-a1afd1b1f2d3" providerId="ADAL" clId="{0B286381-0C14-58E2-A012-C306F8E3D3E3}" dt="2026-01-30T09:54:02.836" v="1769" actId="34122"/>
          <ac:spMkLst>
            <pc:docMk/>
            <pc:sldMk cId="2057141320" sldId="328"/>
            <ac:spMk id="10" creationId="{5CD07AB1-0114-421A-AD8B-98C506FD1157}"/>
          </ac:spMkLst>
        </pc:spChg>
        <pc:spChg chg="add mod">
          <ac:chgData name="Hana Žahourová" userId="230038c9-a3ca-4475-b002-a1afd1b1f2d3" providerId="ADAL" clId="{0B286381-0C14-58E2-A012-C306F8E3D3E3}" dt="2026-01-30T10:00:00.937" v="1954" actId="404"/>
          <ac:spMkLst>
            <pc:docMk/>
            <pc:sldMk cId="2057141320" sldId="328"/>
            <ac:spMk id="13" creationId="{693D92CF-7795-DDB1-E35A-BEF0931FDD95}"/>
          </ac:spMkLst>
        </pc:spChg>
        <pc:spChg chg="add mod">
          <ac:chgData name="Hana Žahourová" userId="230038c9-a3ca-4475-b002-a1afd1b1f2d3" providerId="ADAL" clId="{0B286381-0C14-58E2-A012-C306F8E3D3E3}" dt="2026-01-30T09:59:54.172" v="1952" actId="404"/>
          <ac:spMkLst>
            <pc:docMk/>
            <pc:sldMk cId="2057141320" sldId="328"/>
            <ac:spMk id="18" creationId="{241F10FE-78B2-01F9-ABA7-C68D3343FEE8}"/>
          </ac:spMkLst>
        </pc:spChg>
        <pc:spChg chg="add del">
          <ac:chgData name="Hana Žahourová" userId="230038c9-a3ca-4475-b002-a1afd1b1f2d3" providerId="ADAL" clId="{0B286381-0C14-58E2-A012-C306F8E3D3E3}" dt="2026-01-30T09:54:02.836" v="1769" actId="34122"/>
          <ac:spMkLst>
            <pc:docMk/>
            <pc:sldMk cId="2057141320" sldId="328"/>
            <ac:spMk id="19" creationId="{11CB0BBD-3B80-4031-976B-0656645C045A}"/>
          </ac:spMkLst>
        </pc:spChg>
        <pc:spChg chg="add mod">
          <ac:chgData name="Hana Žahourová" userId="230038c9-a3ca-4475-b002-a1afd1b1f2d3" providerId="ADAL" clId="{0B286381-0C14-58E2-A012-C306F8E3D3E3}" dt="2026-01-30T09:55:20.087" v="1788" actId="1076"/>
          <ac:spMkLst>
            <pc:docMk/>
            <pc:sldMk cId="2057141320" sldId="328"/>
            <ac:spMk id="29" creationId="{89D09E1C-3236-B3B3-7E92-DEB9C62B3D5D}"/>
          </ac:spMkLst>
        </pc:spChg>
        <pc:spChg chg="add mod">
          <ac:chgData name="Hana Žahourová" userId="230038c9-a3ca-4475-b002-a1afd1b1f2d3" providerId="ADAL" clId="{0B286381-0C14-58E2-A012-C306F8E3D3E3}" dt="2026-01-30T09:55:43.981" v="1795" actId="1076"/>
          <ac:spMkLst>
            <pc:docMk/>
            <pc:sldMk cId="2057141320" sldId="328"/>
            <ac:spMk id="31" creationId="{B523DBA3-D3F0-4181-5A52-F535B9BC6B80}"/>
          </ac:spMkLst>
        </pc:spChg>
        <pc:spChg chg="add mod">
          <ac:chgData name="Hana Žahourová" userId="230038c9-a3ca-4475-b002-a1afd1b1f2d3" providerId="ADAL" clId="{0B286381-0C14-58E2-A012-C306F8E3D3E3}" dt="2026-01-30T09:56:07.849" v="1800" actId="1076"/>
          <ac:spMkLst>
            <pc:docMk/>
            <pc:sldMk cId="2057141320" sldId="328"/>
            <ac:spMk id="32" creationId="{F91A55CF-D39A-36B8-1035-88BF2A8C66E7}"/>
          </ac:spMkLst>
        </pc:spChg>
        <pc:spChg chg="add mod">
          <ac:chgData name="Hana Žahourová" userId="230038c9-a3ca-4475-b002-a1afd1b1f2d3" providerId="ADAL" clId="{0B286381-0C14-58E2-A012-C306F8E3D3E3}" dt="2026-01-30T09:56:35.660" v="1826" actId="1076"/>
          <ac:spMkLst>
            <pc:docMk/>
            <pc:sldMk cId="2057141320" sldId="328"/>
            <ac:spMk id="33" creationId="{6BE44AD5-35D7-65A2-7DF8-6F956C33FE20}"/>
          </ac:spMkLst>
        </pc:spChg>
        <pc:spChg chg="add mod">
          <ac:chgData name="Hana Žahourová" userId="230038c9-a3ca-4475-b002-a1afd1b1f2d3" providerId="ADAL" clId="{0B286381-0C14-58E2-A012-C306F8E3D3E3}" dt="2026-01-30T09:56:47.843" v="1828" actId="1076"/>
          <ac:spMkLst>
            <pc:docMk/>
            <pc:sldMk cId="2057141320" sldId="328"/>
            <ac:spMk id="34" creationId="{123E43A4-CADF-F38A-3797-38E25AE8A3BA}"/>
          </ac:spMkLst>
        </pc:spChg>
        <pc:spChg chg="add mod">
          <ac:chgData name="Hana Žahourová" userId="230038c9-a3ca-4475-b002-a1afd1b1f2d3" providerId="ADAL" clId="{0B286381-0C14-58E2-A012-C306F8E3D3E3}" dt="2026-01-30T09:59:56.486" v="1953" actId="404"/>
          <ac:spMkLst>
            <pc:docMk/>
            <pc:sldMk cId="2057141320" sldId="328"/>
            <ac:spMk id="35" creationId="{967BC774-9217-56B4-B30B-D2822A1AFB4E}"/>
          </ac:spMkLst>
        </pc:spChg>
        <pc:spChg chg="add mod">
          <ac:chgData name="Hana Žahourová" userId="230038c9-a3ca-4475-b002-a1afd1b1f2d3" providerId="ADAL" clId="{0B286381-0C14-58E2-A012-C306F8E3D3E3}" dt="2026-01-30T11:58:30.194" v="2172"/>
          <ac:spMkLst>
            <pc:docMk/>
            <pc:sldMk cId="2057141320" sldId="328"/>
            <ac:spMk id="36" creationId="{96925EC2-7DD6-6B03-9FA5-83E0D1B504D9}"/>
          </ac:spMkLst>
        </pc:spChg>
        <pc:grpChg chg="add del mod">
          <ac:chgData name="Hana Žahourová" userId="230038c9-a3ca-4475-b002-a1afd1b1f2d3" providerId="ADAL" clId="{0B286381-0C14-58E2-A012-C306F8E3D3E3}" dt="2026-01-30T09:52:41.049" v="1715"/>
          <ac:grpSpMkLst>
            <pc:docMk/>
            <pc:sldMk cId="2057141320" sldId="328"/>
            <ac:grpSpMk id="10" creationId="{71CC9DF6-FF63-C4D3-220B-5D358AB6E9B9}"/>
          </ac:grpSpMkLst>
        </pc:grpChg>
        <pc:grpChg chg="mod">
          <ac:chgData name="Hana Žahourová" userId="230038c9-a3ca-4475-b002-a1afd1b1f2d3" providerId="ADAL" clId="{0B286381-0C14-58E2-A012-C306F8E3D3E3}" dt="2026-01-30T09:52:41.049" v="1715"/>
          <ac:grpSpMkLst>
            <pc:docMk/>
            <pc:sldMk cId="2057141320" sldId="328"/>
            <ac:grpSpMk id="11" creationId="{990352A9-F971-B9DE-DEFB-EF473A7BDCDA}"/>
          </ac:grpSpMkLst>
        </pc:grpChg>
        <pc:grpChg chg="del mod">
          <ac:chgData name="Hana Žahourová" userId="230038c9-a3ca-4475-b002-a1afd1b1f2d3" providerId="ADAL" clId="{0B286381-0C14-58E2-A012-C306F8E3D3E3}" dt="2026-01-30T09:53:06.620" v="1741"/>
          <ac:grpSpMkLst>
            <pc:docMk/>
            <pc:sldMk cId="2057141320" sldId="328"/>
            <ac:grpSpMk id="16" creationId="{408C79E7-FE64-F9D4-F76D-D0E766366147}"/>
          </ac:grpSpMkLst>
        </pc:grpChg>
        <pc:grpChg chg="del mod">
          <ac:chgData name="Hana Žahourová" userId="230038c9-a3ca-4475-b002-a1afd1b1f2d3" providerId="ADAL" clId="{0B286381-0C14-58E2-A012-C306F8E3D3E3}" dt="2026-01-30T09:53:16.958" v="1753" actId="478"/>
          <ac:grpSpMkLst>
            <pc:docMk/>
            <pc:sldMk cId="2057141320" sldId="328"/>
            <ac:grpSpMk id="17" creationId="{707E841B-BA90-D3A9-7E77-76A7E2A939A2}"/>
          </ac:grpSpMkLst>
        </pc:grpChg>
        <pc:grpChg chg="add del mod">
          <ac:chgData name="Hana Žahourová" userId="230038c9-a3ca-4475-b002-a1afd1b1f2d3" providerId="ADAL" clId="{0B286381-0C14-58E2-A012-C306F8E3D3E3}" dt="2026-01-30T09:53:41.080" v="1764"/>
          <ac:grpSpMkLst>
            <pc:docMk/>
            <pc:sldMk cId="2057141320" sldId="328"/>
            <ac:grpSpMk id="23" creationId="{03C7EF73-A9DA-4780-342D-D82BBC6D67A1}"/>
          </ac:grpSpMkLst>
        </pc:grpChg>
        <pc:grpChg chg="add del mod">
          <ac:chgData name="Hana Žahourová" userId="230038c9-a3ca-4475-b002-a1afd1b1f2d3" providerId="ADAL" clId="{0B286381-0C14-58E2-A012-C306F8E3D3E3}" dt="2026-01-30T09:53:41.080" v="1764"/>
          <ac:grpSpMkLst>
            <pc:docMk/>
            <pc:sldMk cId="2057141320" sldId="328"/>
            <ac:grpSpMk id="24" creationId="{10E65658-4073-EB49-67F5-B801852403E0}"/>
          </ac:grpSpMkLst>
        </pc:grpChg>
        <pc:grpChg chg="add del mod">
          <ac:chgData name="Hana Žahourová" userId="230038c9-a3ca-4475-b002-a1afd1b1f2d3" providerId="ADAL" clId="{0B286381-0C14-58E2-A012-C306F8E3D3E3}" dt="2026-01-30T09:53:40.761" v="1762"/>
          <ac:grpSpMkLst>
            <pc:docMk/>
            <pc:sldMk cId="2057141320" sldId="328"/>
            <ac:grpSpMk id="26" creationId="{230E4CAC-6586-4F89-099E-E05D3C3442AE}"/>
          </ac:grpSpMkLst>
        </pc:grpChg>
        <pc:grpChg chg="mod">
          <ac:chgData name="Hana Žahourová" userId="230038c9-a3ca-4475-b002-a1afd1b1f2d3" providerId="ADAL" clId="{0B286381-0C14-58E2-A012-C306F8E3D3E3}" dt="2026-01-30T09:53:40.761" v="1762"/>
          <ac:grpSpMkLst>
            <pc:docMk/>
            <pc:sldMk cId="2057141320" sldId="328"/>
            <ac:grpSpMk id="27" creationId="{15FED6AB-D694-211E-6555-99363ABA1F77}"/>
          </ac:grpSpMkLst>
        </pc:grpChg>
        <pc:picChg chg="del">
          <ac:chgData name="Hana Žahourová" userId="230038c9-a3ca-4475-b002-a1afd1b1f2d3" providerId="ADAL" clId="{0B286381-0C14-58E2-A012-C306F8E3D3E3}" dt="2026-01-29T11:46:05.412" v="668" actId="478"/>
          <ac:picMkLst>
            <pc:docMk/>
            <pc:sldMk cId="2057141320" sldId="328"/>
            <ac:picMk id="4" creationId="{A4BE82AE-9D9E-107B-013B-CD55C22477A1}"/>
          </ac:picMkLst>
        </pc:picChg>
        <pc:picChg chg="mod">
          <ac:chgData name="Hana Žahourová" userId="230038c9-a3ca-4475-b002-a1afd1b1f2d3" providerId="ADAL" clId="{0B286381-0C14-58E2-A012-C306F8E3D3E3}" dt="2026-01-29T11:46:42.452" v="676" actId="1076"/>
          <ac:picMkLst>
            <pc:docMk/>
            <pc:sldMk cId="2057141320" sldId="328"/>
            <ac:picMk id="6" creationId="{DA4E2795-984C-580A-1DD1-FCE1C25C3AE2}"/>
          </ac:picMkLst>
        </pc:picChg>
        <pc:picChg chg="add del">
          <ac:chgData name="Hana Žahourová" userId="230038c9-a3ca-4475-b002-a1afd1b1f2d3" providerId="ADAL" clId="{0B286381-0C14-58E2-A012-C306F8E3D3E3}" dt="2026-01-30T09:54:24.394" v="1772" actId="478"/>
          <ac:picMkLst>
            <pc:docMk/>
            <pc:sldMk cId="2057141320" sldId="328"/>
            <ac:picMk id="28" creationId="{F54F4194-D08A-CCD4-6524-37BCE37B7B75}"/>
          </ac:picMkLst>
        </pc:picChg>
        <pc:picChg chg="add del">
          <ac:chgData name="Hana Žahourová" userId="230038c9-a3ca-4475-b002-a1afd1b1f2d3" providerId="ADAL" clId="{0B286381-0C14-58E2-A012-C306F8E3D3E3}" dt="2026-01-30T09:55:28.144" v="1791" actId="478"/>
          <ac:picMkLst>
            <pc:docMk/>
            <pc:sldMk cId="2057141320" sldId="328"/>
            <ac:picMk id="30" creationId="{3168301C-31C5-1AF6-10E5-56AB90295F0E}"/>
          </ac:picMkLst>
        </pc:picChg>
        <pc:inkChg chg="add del mod">
          <ac:chgData name="Hana Žahourová" userId="230038c9-a3ca-4475-b002-a1afd1b1f2d3" providerId="ADAL" clId="{0B286381-0C14-58E2-A012-C306F8E3D3E3}" dt="2026-01-30T09:55:03.621" v="1778" actId="478"/>
          <ac:inkMkLst>
            <pc:docMk/>
            <pc:sldMk cId="2057141320" sldId="328"/>
            <ac:inkMk id="7" creationId="{F09E4A9B-0F8E-A76F-D336-D071FC8EFD83}"/>
          </ac:inkMkLst>
        </pc:inkChg>
        <pc:inkChg chg="add del mod">
          <ac:chgData name="Hana Žahourová" userId="230038c9-a3ca-4475-b002-a1afd1b1f2d3" providerId="ADAL" clId="{0B286381-0C14-58E2-A012-C306F8E3D3E3}" dt="2026-01-30T09:52:41.049" v="1715"/>
          <ac:inkMkLst>
            <pc:docMk/>
            <pc:sldMk cId="2057141320" sldId="328"/>
            <ac:inkMk id="9" creationId="{7B31C434-1DA5-A415-9AC4-0FD55B9518C4}"/>
          </ac:inkMkLst>
        </pc:inkChg>
        <pc:inkChg chg="add del">
          <ac:chgData name="Hana Žahourová" userId="230038c9-a3ca-4475-b002-a1afd1b1f2d3" providerId="ADAL" clId="{0B286381-0C14-58E2-A012-C306F8E3D3E3}" dt="2026-01-30T09:54:05.814" v="1770" actId="478"/>
          <ac:inkMkLst>
            <pc:docMk/>
            <pc:sldMk cId="2057141320" sldId="328"/>
            <ac:inkMk id="12" creationId="{80EDCFC3-DF8F-08AF-091A-9319679E00B3}"/>
          </ac:inkMkLst>
        </pc:inkChg>
        <pc:inkChg chg="add mod">
          <ac:chgData name="Hana Žahourová" userId="230038c9-a3ca-4475-b002-a1afd1b1f2d3" providerId="ADAL" clId="{0B286381-0C14-58E2-A012-C306F8E3D3E3}" dt="2026-01-30T09:53:06.620" v="1741"/>
          <ac:inkMkLst>
            <pc:docMk/>
            <pc:sldMk cId="2057141320" sldId="328"/>
            <ac:inkMk id="14" creationId="{546C6AC4-5E9E-6FF2-21B6-6F6BED8FAA36}"/>
          </ac:inkMkLst>
        </pc:inkChg>
        <pc:inkChg chg="add mod">
          <ac:chgData name="Hana Žahourová" userId="230038c9-a3ca-4475-b002-a1afd1b1f2d3" providerId="ADAL" clId="{0B286381-0C14-58E2-A012-C306F8E3D3E3}" dt="2026-01-30T09:53:06.620" v="1741"/>
          <ac:inkMkLst>
            <pc:docMk/>
            <pc:sldMk cId="2057141320" sldId="328"/>
            <ac:inkMk id="15" creationId="{131C8425-3795-84C0-2D33-CFD549C7D209}"/>
          </ac:inkMkLst>
        </pc:inkChg>
        <pc:inkChg chg="add del">
          <ac:chgData name="Hana Žahourová" userId="230038c9-a3ca-4475-b002-a1afd1b1f2d3" providerId="ADAL" clId="{0B286381-0C14-58E2-A012-C306F8E3D3E3}" dt="2026-01-30T09:53:42.793" v="1767" actId="9405"/>
          <ac:inkMkLst>
            <pc:docMk/>
            <pc:sldMk cId="2057141320" sldId="328"/>
            <ac:inkMk id="19" creationId="{6E9CD28B-6467-7344-DAD5-D31FEF1AAB75}"/>
          </ac:inkMkLst>
        </pc:inkChg>
        <pc:inkChg chg="add del">
          <ac:chgData name="Hana Žahourová" userId="230038c9-a3ca-4475-b002-a1afd1b1f2d3" providerId="ADAL" clId="{0B286381-0C14-58E2-A012-C306F8E3D3E3}" dt="2026-01-30T09:53:42.062" v="1766" actId="9405"/>
          <ac:inkMkLst>
            <pc:docMk/>
            <pc:sldMk cId="2057141320" sldId="328"/>
            <ac:inkMk id="20" creationId="{453CB595-BFF2-68E3-B656-C335D34CCBA2}"/>
          </ac:inkMkLst>
        </pc:inkChg>
        <pc:inkChg chg="add del mod">
          <ac:chgData name="Hana Žahourová" userId="230038c9-a3ca-4475-b002-a1afd1b1f2d3" providerId="ADAL" clId="{0B286381-0C14-58E2-A012-C306F8E3D3E3}" dt="2026-01-30T09:53:41.434" v="1765" actId="9405"/>
          <ac:inkMkLst>
            <pc:docMk/>
            <pc:sldMk cId="2057141320" sldId="328"/>
            <ac:inkMk id="21" creationId="{CE14A8AA-4BFC-A418-F55F-178F1E75F70D}"/>
          </ac:inkMkLst>
        </pc:inkChg>
        <pc:inkChg chg="add del mod">
          <ac:chgData name="Hana Žahourová" userId="230038c9-a3ca-4475-b002-a1afd1b1f2d3" providerId="ADAL" clId="{0B286381-0C14-58E2-A012-C306F8E3D3E3}" dt="2026-01-30T09:53:41.080" v="1764"/>
          <ac:inkMkLst>
            <pc:docMk/>
            <pc:sldMk cId="2057141320" sldId="328"/>
            <ac:inkMk id="22" creationId="{25AA33CC-C4F8-5F31-3A76-392EB1EEADC5}"/>
          </ac:inkMkLst>
        </pc:inkChg>
        <pc:inkChg chg="add del mod">
          <ac:chgData name="Hana Žahourová" userId="230038c9-a3ca-4475-b002-a1afd1b1f2d3" providerId="ADAL" clId="{0B286381-0C14-58E2-A012-C306F8E3D3E3}" dt="2026-01-30T09:53:40.761" v="1762"/>
          <ac:inkMkLst>
            <pc:docMk/>
            <pc:sldMk cId="2057141320" sldId="328"/>
            <ac:inkMk id="25" creationId="{4D485EAE-6DA8-7D01-2956-6072B782087A}"/>
          </ac:inkMkLst>
        </pc:inkChg>
      </pc:sldChg>
      <pc:sldChg chg="addSp delSp modSp new mod modClrScheme chgLayout">
        <pc:chgData name="Hana Žahourová" userId="230038c9-a3ca-4475-b002-a1afd1b1f2d3" providerId="ADAL" clId="{0B286381-0C14-58E2-A012-C306F8E3D3E3}" dt="2026-01-30T11:39:21.470" v="2157" actId="20577"/>
        <pc:sldMkLst>
          <pc:docMk/>
          <pc:sldMk cId="3402989241" sldId="329"/>
        </pc:sldMkLst>
        <pc:spChg chg="del mod">
          <ac:chgData name="Hana Žahourová" userId="230038c9-a3ca-4475-b002-a1afd1b1f2d3" providerId="ADAL" clId="{0B286381-0C14-58E2-A012-C306F8E3D3E3}" dt="2026-01-29T13:20:54.736" v="729" actId="26606"/>
          <ac:spMkLst>
            <pc:docMk/>
            <pc:sldMk cId="3402989241" sldId="329"/>
            <ac:spMk id="2" creationId="{363EE4DE-7912-B6CA-B162-C76813ED1E59}"/>
          </ac:spMkLst>
        </pc:spChg>
        <pc:spChg chg="del">
          <ac:chgData name="Hana Žahourová" userId="230038c9-a3ca-4475-b002-a1afd1b1f2d3" providerId="ADAL" clId="{0B286381-0C14-58E2-A012-C306F8E3D3E3}" dt="2026-01-29T13:20:54.736" v="729" actId="26606"/>
          <ac:spMkLst>
            <pc:docMk/>
            <pc:sldMk cId="3402989241" sldId="329"/>
            <ac:spMk id="3" creationId="{9F1657FB-B673-F8C8-1C52-CB5651DBF9FC}"/>
          </ac:spMkLst>
        </pc:spChg>
        <pc:spChg chg="add mod">
          <ac:chgData name="Hana Žahourová" userId="230038c9-a3ca-4475-b002-a1afd1b1f2d3" providerId="ADAL" clId="{0B286381-0C14-58E2-A012-C306F8E3D3E3}" dt="2026-01-29T13:37:49.922" v="780" actId="20577"/>
          <ac:spMkLst>
            <pc:docMk/>
            <pc:sldMk cId="3402989241" sldId="329"/>
            <ac:spMk id="8" creationId="{25AD9FF0-A687-4031-00D4-72EE3225A86D}"/>
          </ac:spMkLst>
        </pc:spChg>
        <pc:spChg chg="add mod">
          <ac:chgData name="Hana Žahourová" userId="230038c9-a3ca-4475-b002-a1afd1b1f2d3" providerId="ADAL" clId="{0B286381-0C14-58E2-A012-C306F8E3D3E3}" dt="2026-01-30T11:39:21.470" v="2157" actId="20577"/>
          <ac:spMkLst>
            <pc:docMk/>
            <pc:sldMk cId="3402989241" sldId="329"/>
            <ac:spMk id="10" creationId="{A9EA6865-1C84-628A-746B-DF37BD3DC3A7}"/>
          </ac:spMkLst>
        </pc:spChg>
        <pc:picChg chg="add del mod">
          <ac:chgData name="Hana Žahourová" userId="230038c9-a3ca-4475-b002-a1afd1b1f2d3" providerId="ADAL" clId="{0B286381-0C14-58E2-A012-C306F8E3D3E3}" dt="2026-01-29T22:36:35.431" v="1534" actId="478"/>
          <ac:picMkLst>
            <pc:docMk/>
            <pc:sldMk cId="3402989241" sldId="329"/>
            <ac:picMk id="4" creationId="{1CAB57CF-39B4-80ED-3397-9DE1D3986087}"/>
          </ac:picMkLst>
        </pc:picChg>
        <pc:picChg chg="add mod">
          <ac:chgData name="Hana Žahourová" userId="230038c9-a3ca-4475-b002-a1afd1b1f2d3" providerId="ADAL" clId="{0B286381-0C14-58E2-A012-C306F8E3D3E3}" dt="2026-01-29T22:36:45.302" v="1536"/>
          <ac:picMkLst>
            <pc:docMk/>
            <pc:sldMk cId="3402989241" sldId="329"/>
            <ac:picMk id="5" creationId="{7A2A6230-A606-C2A6-857A-13548113BE8A}"/>
          </ac:picMkLst>
        </pc:picChg>
      </pc:sldChg>
      <pc:sldChg chg="addSp delSp modSp new mod ord modClrScheme chgLayout modNotesTx">
        <pc:chgData name="Hana Žahourová" userId="230038c9-a3ca-4475-b002-a1afd1b1f2d3" providerId="ADAL" clId="{0B286381-0C14-58E2-A012-C306F8E3D3E3}" dt="2026-01-30T11:58:39.063" v="2175"/>
        <pc:sldMkLst>
          <pc:docMk/>
          <pc:sldMk cId="1814741000" sldId="330"/>
        </pc:sldMkLst>
        <pc:spChg chg="del">
          <ac:chgData name="Hana Žahourová" userId="230038c9-a3ca-4475-b002-a1afd1b1f2d3" providerId="ADAL" clId="{0B286381-0C14-58E2-A012-C306F8E3D3E3}" dt="2026-01-29T21:53:57.620" v="1125" actId="26606"/>
          <ac:spMkLst>
            <pc:docMk/>
            <pc:sldMk cId="1814741000" sldId="330"/>
            <ac:spMk id="2" creationId="{820C1264-FA45-D71A-C63A-C3C522E10D0F}"/>
          </ac:spMkLst>
        </pc:spChg>
        <pc:spChg chg="del">
          <ac:chgData name="Hana Žahourová" userId="230038c9-a3ca-4475-b002-a1afd1b1f2d3" providerId="ADAL" clId="{0B286381-0C14-58E2-A012-C306F8E3D3E3}" dt="2026-01-29T21:53:57.620" v="1125" actId="26606"/>
          <ac:spMkLst>
            <pc:docMk/>
            <pc:sldMk cId="1814741000" sldId="330"/>
            <ac:spMk id="3" creationId="{1112EECC-ECA3-559A-15F4-A167DBBBDD1F}"/>
          </ac:spMkLst>
        </pc:spChg>
        <pc:spChg chg="add mod">
          <ac:chgData name="Hana Žahourová" userId="230038c9-a3ca-4475-b002-a1afd1b1f2d3" providerId="ADAL" clId="{0B286381-0C14-58E2-A012-C306F8E3D3E3}" dt="2026-01-30T11:58:39.063" v="2175"/>
          <ac:spMkLst>
            <pc:docMk/>
            <pc:sldMk cId="1814741000" sldId="330"/>
            <ac:spMk id="6" creationId="{6104A677-77A7-D511-91F8-B5F2870925B7}"/>
          </ac:spMkLst>
        </pc:spChg>
        <pc:spChg chg="add mod">
          <ac:chgData name="Hana Žahourová" userId="230038c9-a3ca-4475-b002-a1afd1b1f2d3" providerId="ADAL" clId="{0B286381-0C14-58E2-A012-C306F8E3D3E3}" dt="2026-01-30T10:07:03.292" v="2062" actId="1076"/>
          <ac:spMkLst>
            <pc:docMk/>
            <pc:sldMk cId="1814741000" sldId="330"/>
            <ac:spMk id="9" creationId="{DD60128F-61CD-9A87-6334-E67DD64282E2}"/>
          </ac:spMkLst>
        </pc:spChg>
        <pc:picChg chg="add del mod">
          <ac:chgData name="Hana Žahourová" userId="230038c9-a3ca-4475-b002-a1afd1b1f2d3" providerId="ADAL" clId="{0B286381-0C14-58E2-A012-C306F8E3D3E3}" dt="2026-01-29T22:01:41.031" v="1150" actId="478"/>
          <ac:picMkLst>
            <pc:docMk/>
            <pc:sldMk cId="1814741000" sldId="330"/>
            <ac:picMk id="4" creationId="{2FD60258-8C61-FC43-0C3B-9BCDCEE599C8}"/>
          </ac:picMkLst>
        </pc:picChg>
        <pc:picChg chg="add mod">
          <ac:chgData name="Hana Žahourová" userId="230038c9-a3ca-4475-b002-a1afd1b1f2d3" providerId="ADAL" clId="{0B286381-0C14-58E2-A012-C306F8E3D3E3}" dt="2026-01-30T10:07:06.628" v="2063" actId="14100"/>
          <ac:picMkLst>
            <pc:docMk/>
            <pc:sldMk cId="1814741000" sldId="330"/>
            <ac:picMk id="5" creationId="{46835DF8-6BC2-32DC-FF3B-894B09754246}"/>
          </ac:picMkLst>
        </pc:picChg>
      </pc:sldChg>
      <pc:sldChg chg="add del">
        <pc:chgData name="Hana Žahourová" userId="230038c9-a3ca-4475-b002-a1afd1b1f2d3" providerId="ADAL" clId="{0B286381-0C14-58E2-A012-C306F8E3D3E3}" dt="2026-01-29T13:56:20.435" v="783" actId="2696"/>
        <pc:sldMkLst>
          <pc:docMk/>
          <pc:sldMk cId="2442516763" sldId="330"/>
        </pc:sldMkLst>
      </pc:sldChg>
      <pc:sldChg chg="addSp modSp add mod ord modClrScheme chgLayout">
        <pc:chgData name="Hana Žahourová" userId="230038c9-a3ca-4475-b002-a1afd1b1f2d3" providerId="ADAL" clId="{0B286381-0C14-58E2-A012-C306F8E3D3E3}" dt="2026-01-30T11:58:23.907" v="2170"/>
        <pc:sldMkLst>
          <pc:docMk/>
          <pc:sldMk cId="866728670" sldId="331"/>
        </pc:sldMkLst>
        <pc:spChg chg="add mod">
          <ac:chgData name="Hana Žahourová" userId="230038c9-a3ca-4475-b002-a1afd1b1f2d3" providerId="ADAL" clId="{0B286381-0C14-58E2-A012-C306F8E3D3E3}" dt="2026-01-30T11:58:23.907" v="2170"/>
          <ac:spMkLst>
            <pc:docMk/>
            <pc:sldMk cId="866728670" sldId="331"/>
            <ac:spMk id="3" creationId="{33A809F0-F3AA-3249-AB45-A1D0249C945B}"/>
          </ac:spMkLst>
        </pc:spChg>
        <pc:spChg chg="mod">
          <ac:chgData name="Hana Žahourová" userId="230038c9-a3ca-4475-b002-a1afd1b1f2d3" providerId="ADAL" clId="{0B286381-0C14-58E2-A012-C306F8E3D3E3}" dt="2026-01-29T22:12:46.369" v="1476" actId="26606"/>
          <ac:spMkLst>
            <pc:docMk/>
            <pc:sldMk cId="866728670" sldId="331"/>
            <ac:spMk id="8" creationId="{3F0ACB25-D531-3F80-0648-04855C262F19}"/>
          </ac:spMkLst>
        </pc:spChg>
        <pc:spChg chg="mod">
          <ac:chgData name="Hana Žahourová" userId="230038c9-a3ca-4475-b002-a1afd1b1f2d3" providerId="ADAL" clId="{0B286381-0C14-58E2-A012-C306F8E3D3E3}" dt="2026-01-30T09:42:15.788" v="1638" actId="20577"/>
          <ac:spMkLst>
            <pc:docMk/>
            <pc:sldMk cId="866728670" sldId="331"/>
            <ac:spMk id="10" creationId="{9BE418EB-0D8A-B156-C654-0496AE0830B3}"/>
          </ac:spMkLst>
        </pc:spChg>
        <pc:picChg chg="add mod">
          <ac:chgData name="Hana Žahourová" userId="230038c9-a3ca-4475-b002-a1afd1b1f2d3" providerId="ADAL" clId="{0B286381-0C14-58E2-A012-C306F8E3D3E3}" dt="2026-01-29T22:12:46.369" v="1476" actId="26606"/>
          <ac:picMkLst>
            <pc:docMk/>
            <pc:sldMk cId="866728670" sldId="331"/>
            <ac:picMk id="2" creationId="{D93B4B9C-CC4E-8FEF-C38F-E4A8A04FA5D4}"/>
          </ac:picMkLst>
        </pc:picChg>
      </pc:sldChg>
      <pc:sldChg chg="addSp delSp modSp new del mod modClrScheme chgLayout">
        <pc:chgData name="Hana Žahourová" userId="230038c9-a3ca-4475-b002-a1afd1b1f2d3" providerId="ADAL" clId="{0B286381-0C14-58E2-A012-C306F8E3D3E3}" dt="2026-01-29T22:11:08.048" v="1385" actId="2696"/>
        <pc:sldMkLst>
          <pc:docMk/>
          <pc:sldMk cId="1794920903" sldId="331"/>
        </pc:sldMkLst>
        <pc:spChg chg="del">
          <ac:chgData name="Hana Žahourová" userId="230038c9-a3ca-4475-b002-a1afd1b1f2d3" providerId="ADAL" clId="{0B286381-0C14-58E2-A012-C306F8E3D3E3}" dt="2026-01-29T22:07:12.931" v="1175" actId="26606"/>
          <ac:spMkLst>
            <pc:docMk/>
            <pc:sldMk cId="1794920903" sldId="331"/>
            <ac:spMk id="2" creationId="{7991BD04-3252-D6CD-CEF5-E10F1E7E6BBB}"/>
          </ac:spMkLst>
        </pc:spChg>
        <pc:spChg chg="del">
          <ac:chgData name="Hana Žahourová" userId="230038c9-a3ca-4475-b002-a1afd1b1f2d3" providerId="ADAL" clId="{0B286381-0C14-58E2-A012-C306F8E3D3E3}" dt="2026-01-29T22:07:12.931" v="1175" actId="26606"/>
          <ac:spMkLst>
            <pc:docMk/>
            <pc:sldMk cId="1794920903" sldId="331"/>
            <ac:spMk id="3" creationId="{4EBF01AA-6D37-C8D0-C0D2-EBA643793B10}"/>
          </ac:spMkLst>
        </pc:spChg>
        <pc:spChg chg="add mod">
          <ac:chgData name="Hana Žahourová" userId="230038c9-a3ca-4475-b002-a1afd1b1f2d3" providerId="ADAL" clId="{0B286381-0C14-58E2-A012-C306F8E3D3E3}" dt="2026-01-29T22:07:16.154" v="1190" actId="20577"/>
          <ac:spMkLst>
            <pc:docMk/>
            <pc:sldMk cId="1794920903" sldId="331"/>
            <ac:spMk id="8" creationId="{3F0ACB25-D531-3F80-0648-04855C262F19}"/>
          </ac:spMkLst>
        </pc:spChg>
        <pc:spChg chg="add mod">
          <ac:chgData name="Hana Žahourová" userId="230038c9-a3ca-4475-b002-a1afd1b1f2d3" providerId="ADAL" clId="{0B286381-0C14-58E2-A012-C306F8E3D3E3}" dt="2026-01-29T22:10:51.633" v="1384" actId="20577"/>
          <ac:spMkLst>
            <pc:docMk/>
            <pc:sldMk cId="1794920903" sldId="331"/>
            <ac:spMk id="10" creationId="{9BE418EB-0D8A-B156-C654-0496AE0830B3}"/>
          </ac:spMkLst>
        </pc:spChg>
      </pc:sldChg>
      <pc:sldChg chg="addSp delSp modSp new del mod">
        <pc:chgData name="Hana Žahourová" userId="230038c9-a3ca-4475-b002-a1afd1b1f2d3" providerId="ADAL" clId="{0B286381-0C14-58E2-A012-C306F8E3D3E3}" dt="2026-01-29T22:36:25.672" v="1532" actId="2696"/>
        <pc:sldMkLst>
          <pc:docMk/>
          <pc:sldMk cId="816397541" sldId="332"/>
        </pc:sldMkLst>
        <pc:picChg chg="add mod">
          <ac:chgData name="Hana Žahourová" userId="230038c9-a3ca-4475-b002-a1afd1b1f2d3" providerId="ADAL" clId="{0B286381-0C14-58E2-A012-C306F8E3D3E3}" dt="2026-01-29T22:36:19.095" v="1528"/>
          <ac:picMkLst>
            <pc:docMk/>
            <pc:sldMk cId="816397541" sldId="332"/>
            <ac:picMk id="4" creationId="{3CCE7C87-C78E-546D-264B-661F35A7E422}"/>
          </ac:picMkLst>
        </pc:picChg>
        <pc:picChg chg="add del mod">
          <ac:chgData name="Hana Žahourová" userId="230038c9-a3ca-4475-b002-a1afd1b1f2d3" providerId="ADAL" clId="{0B286381-0C14-58E2-A012-C306F8E3D3E3}" dt="2026-01-29T22:36:22.812" v="1531" actId="478"/>
          <ac:picMkLst>
            <pc:docMk/>
            <pc:sldMk cId="816397541" sldId="332"/>
            <ac:picMk id="5" creationId="{D7BF209A-1A82-5450-15C3-98A12FB086EC}"/>
          </ac:picMkLst>
        </pc:picChg>
      </pc:sldChg>
      <pc:sldChg chg="addSp delSp modSp new del mod modClrScheme chgLayout">
        <pc:chgData name="Hana Žahourová" userId="230038c9-a3ca-4475-b002-a1afd1b1f2d3" providerId="ADAL" clId="{0B286381-0C14-58E2-A012-C306F8E3D3E3}" dt="2026-01-29T22:12:21.124" v="1473" actId="2696"/>
        <pc:sldMkLst>
          <pc:docMk/>
          <pc:sldMk cId="3611354742" sldId="332"/>
        </pc:sldMkLst>
        <pc:spChg chg="add del">
          <ac:chgData name="Hana Žahourová" userId="230038c9-a3ca-4475-b002-a1afd1b1f2d3" providerId="ADAL" clId="{0B286381-0C14-58E2-A012-C306F8E3D3E3}" dt="2026-01-29T22:11:44.687" v="1455" actId="26606"/>
          <ac:spMkLst>
            <pc:docMk/>
            <pc:sldMk cId="3611354742" sldId="332"/>
            <ac:spMk id="2" creationId="{566B089C-0EFC-2E7E-72CA-E53318AD93C6}"/>
          </ac:spMkLst>
        </pc:spChg>
        <pc:spChg chg="add del">
          <ac:chgData name="Hana Žahourová" userId="230038c9-a3ca-4475-b002-a1afd1b1f2d3" providerId="ADAL" clId="{0B286381-0C14-58E2-A012-C306F8E3D3E3}" dt="2026-01-29T22:11:44.687" v="1455" actId="26606"/>
          <ac:spMkLst>
            <pc:docMk/>
            <pc:sldMk cId="3611354742" sldId="332"/>
            <ac:spMk id="3" creationId="{5C18B28E-4230-820C-38E4-94BA87E19A75}"/>
          </ac:spMkLst>
        </pc:spChg>
        <pc:spChg chg="add del mod">
          <ac:chgData name="Hana Žahourová" userId="230038c9-a3ca-4475-b002-a1afd1b1f2d3" providerId="ADAL" clId="{0B286381-0C14-58E2-A012-C306F8E3D3E3}" dt="2026-01-29T22:11:44.684" v="1454" actId="26606"/>
          <ac:spMkLst>
            <pc:docMk/>
            <pc:sldMk cId="3611354742" sldId="332"/>
            <ac:spMk id="8" creationId="{80C10870-74EE-4261-11E4-4F35AE481FD8}"/>
          </ac:spMkLst>
        </pc:spChg>
        <pc:spChg chg="add mod">
          <ac:chgData name="Hana Žahourová" userId="230038c9-a3ca-4475-b002-a1afd1b1f2d3" providerId="ADAL" clId="{0B286381-0C14-58E2-A012-C306F8E3D3E3}" dt="2026-01-29T22:11:44.687" v="1455" actId="26606"/>
          <ac:spMkLst>
            <pc:docMk/>
            <pc:sldMk cId="3611354742" sldId="332"/>
            <ac:spMk id="10" creationId="{4EF61E2D-8A31-F3C5-6248-ABD51E05679A}"/>
          </ac:spMkLst>
        </pc:spChg>
        <pc:spChg chg="add mod">
          <ac:chgData name="Hana Žahourová" userId="230038c9-a3ca-4475-b002-a1afd1b1f2d3" providerId="ADAL" clId="{0B286381-0C14-58E2-A012-C306F8E3D3E3}" dt="2026-01-29T22:11:47.422" v="1468" actId="20577"/>
          <ac:spMkLst>
            <pc:docMk/>
            <pc:sldMk cId="3611354742" sldId="332"/>
            <ac:spMk id="11" creationId="{61E92335-BE77-353B-312C-EF5CB2A4C033}"/>
          </ac:spMkLst>
        </pc:spChg>
      </pc:sldChg>
      <pc:sldChg chg="modSp add mod">
        <pc:chgData name="Hana Žahourová" userId="230038c9-a3ca-4475-b002-a1afd1b1f2d3" providerId="ADAL" clId="{0B286381-0C14-58E2-A012-C306F8E3D3E3}" dt="2026-01-30T12:08:53.136" v="2188" actId="20577"/>
        <pc:sldMkLst>
          <pc:docMk/>
          <pc:sldMk cId="1704218147" sldId="334"/>
        </pc:sldMkLst>
        <pc:spChg chg="mod">
          <ac:chgData name="Hana Žahourová" userId="230038c9-a3ca-4475-b002-a1afd1b1f2d3" providerId="ADAL" clId="{0B286381-0C14-58E2-A012-C306F8E3D3E3}" dt="2026-01-30T12:08:53.136" v="2188" actId="20577"/>
          <ac:spMkLst>
            <pc:docMk/>
            <pc:sldMk cId="1704218147" sldId="334"/>
            <ac:spMk id="5" creationId="{A7A7414C-9949-5028-D2B2-3B45DB49DC0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9EE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4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67-4343-BFC8-39C31FD3D7F6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5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67-4343-BFC8-39C31FD3D7F6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6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67-4343-BFC8-39C31FD3D7F6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13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67-4343-BFC8-39C31FD3D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B9E7E-9CA0-F645-9E73-60AEAD0C732F}" type="datetimeFigureOut">
              <a:rPr lang="en-CZ" smtClean="0"/>
              <a:t>29.01.2026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2BDC2-2F26-604F-9284-C6FE150BB215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493051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Nejvyšší smrtnost (CFR % - vlevo nahoře): Státy na severovýchodě USA, jako jsou New Jersey, Massachusetts a Connecticut, měly nejvyšší procento úmrtí na počet nakažených (CFR se blíží 5 %). To je pravděpodobně dáno tím, že byly zasaženy v první vlně, kdy nebyla dostupná efektivní léčba a nemocnice byly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přetížené.Nejvíce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mrtvých celkem (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Deaths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vlevo dole): V absolutních číslech vedou lidnaté státy jako Texas, Kalifornie a Florida. Zde hrála roli prostá velikost populace, i když procentuální šance na přežití zde byla vyšší než v New Jersey.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Černá křivka (případy) ukazuje, že po klidnějším létě přišel extrémní nárůst případů v listopadu a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prosinci.Tato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"zimní vlna" koreluje s grafem z předchozího dashboardu a potvrzuje, že konec roku 2020 byl z hlediska šíření viru nejkritičtějším obdobím.</a:t>
            </a:r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2BDC2-2F26-604F-9284-C6FE150BB215}" type="slidenum">
              <a:rPr lang="en-CZ" smtClean="0"/>
              <a:t>9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7949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4131-21E0-EE24-4369-8DDA0994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C7896-5E70-C0F4-6204-12FEA8559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C3197-B2C5-31F2-27AA-63E5C7B06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Nejvyšší smrtnost (CFR % - vlevo nahoře): Státy na severovýchodě USA, jako jsou New Jersey, Massachusetts a Connecticut, měly nejvyšší procento úmrtí na počet nakažených (CFR se blíží 5 %). To je pravděpodobně dáno tím, že byly zasaženy v první vlně, kdy nebyla dostupná efektivní léčba a nemocnice byly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přetížené.Nejvíce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mrtvých celkem (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Deaths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vlevo dole): V absolutních číslech vedou lidnaté státy jako Texas, Kalifornie a Florida. Zde hrála roli prostá velikost populace, i když procentuální šance na přežití zde byla vyšší než v New Jersey.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Černá křivka (případy) ukazuje, že po klidnějším létě přišel extrémní nárůst případů v listopadu a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prosinci.Tato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"zimní vlna" koreluje s grafem z předchozího dashboardu a potvrzuje, že konec roku 2020 byl z hlediska šíření viru nejkritičtějším obdobím.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Kalifornie celkem skoro 26k, </a:t>
            </a:r>
            <a:r>
              <a:rPr kumimoji="0" lang="cs-CZ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texas</a:t>
            </a:r>
            <a:r>
              <a:rPr kumimoji="0" lang="cs-CZ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28k</a:t>
            </a:r>
          </a:p>
          <a:p>
            <a:endParaRPr lang="en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35A2-1A26-C599-6705-9F0162A22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2BDC2-2F26-604F-9284-C6FE150BB215}" type="slidenum">
              <a:rPr lang="en-CZ" smtClean="0"/>
              <a:t>10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02180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Nejdůležitějším</a:t>
            </a:r>
            <a:r>
              <a:rPr lang="en-GB" dirty="0"/>
              <a:t> </a:t>
            </a:r>
            <a:r>
              <a:rPr lang="en-GB" dirty="0" err="1"/>
              <a:t>faktorem</a:t>
            </a:r>
            <a:r>
              <a:rPr lang="en-GB" dirty="0"/>
              <a:t> pro </a:t>
            </a:r>
            <a:r>
              <a:rPr lang="en-GB" dirty="0" err="1"/>
              <a:t>prvotní</a:t>
            </a:r>
            <a:r>
              <a:rPr lang="en-GB" dirty="0"/>
              <a:t> </a:t>
            </a:r>
            <a:r>
              <a:rPr lang="en-GB" dirty="0" err="1"/>
              <a:t>rozdělení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je </a:t>
            </a:r>
            <a:r>
              <a:rPr lang="en-GB" b="1" dirty="0" err="1"/>
              <a:t>podíl</a:t>
            </a:r>
            <a:r>
              <a:rPr lang="en-GB" b="1" dirty="0"/>
              <a:t> </a:t>
            </a:r>
            <a:r>
              <a:rPr lang="en-GB" b="1" dirty="0" err="1"/>
              <a:t>černošského</a:t>
            </a:r>
            <a:r>
              <a:rPr lang="en-GB" b="1" dirty="0"/>
              <a:t> </a:t>
            </a:r>
            <a:r>
              <a:rPr lang="en-GB" b="1" dirty="0" err="1"/>
              <a:t>obyvatelstva</a:t>
            </a:r>
            <a:r>
              <a:rPr lang="en-GB" b="1" dirty="0"/>
              <a:t> . </a:t>
            </a:r>
            <a:r>
              <a:rPr lang="en-GB" dirty="0" err="1"/>
              <a:t>Oblasti</a:t>
            </a:r>
            <a:r>
              <a:rPr lang="en-GB" dirty="0"/>
              <a:t> s </a:t>
            </a:r>
            <a:r>
              <a:rPr lang="en-GB" dirty="0" err="1"/>
              <a:t>vysokým</a:t>
            </a:r>
            <a:r>
              <a:rPr lang="en-GB" dirty="0"/>
              <a:t> </a:t>
            </a:r>
            <a:r>
              <a:rPr lang="en-GB" dirty="0" err="1"/>
              <a:t>podílem</a:t>
            </a:r>
            <a:r>
              <a:rPr lang="en-GB" dirty="0"/>
              <a:t> </a:t>
            </a:r>
            <a:r>
              <a:rPr lang="en-GB" dirty="0" err="1"/>
              <a:t>černošského</a:t>
            </a:r>
            <a:r>
              <a:rPr lang="en-GB" dirty="0"/>
              <a:t> </a:t>
            </a:r>
            <a:r>
              <a:rPr lang="en-GB" dirty="0" err="1"/>
              <a:t>obyvatelstva</a:t>
            </a:r>
            <a:r>
              <a:rPr lang="en-GB" dirty="0"/>
              <a:t> a </a:t>
            </a:r>
            <a:r>
              <a:rPr lang="en-GB" dirty="0" err="1"/>
              <a:t>vyšší</a:t>
            </a:r>
            <a:r>
              <a:rPr lang="en-GB" dirty="0"/>
              <a:t> </a:t>
            </a:r>
            <a:r>
              <a:rPr lang="en-GB" dirty="0" err="1"/>
              <a:t>mírou</a:t>
            </a:r>
            <a:r>
              <a:rPr lang="en-GB" dirty="0"/>
              <a:t> </a:t>
            </a:r>
            <a:r>
              <a:rPr lang="en-GB" dirty="0" err="1"/>
              <a:t>chudoby</a:t>
            </a:r>
            <a:r>
              <a:rPr lang="en-GB" dirty="0"/>
              <a:t> </a:t>
            </a:r>
            <a:r>
              <a:rPr lang="en-GB" dirty="0" err="1"/>
              <a:t>byly</a:t>
            </a:r>
            <a:r>
              <a:rPr lang="en-GB" dirty="0"/>
              <a:t> </a:t>
            </a:r>
            <a:r>
              <a:rPr lang="en-GB" dirty="0" err="1"/>
              <a:t>modelem</a:t>
            </a:r>
            <a:r>
              <a:rPr lang="en-GB" dirty="0"/>
              <a:t> </a:t>
            </a:r>
            <a:r>
              <a:rPr lang="en-GB" dirty="0" err="1"/>
              <a:t>klasifikovány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vysoce</a:t>
            </a:r>
            <a:r>
              <a:rPr lang="en-GB" dirty="0"/>
              <a:t> </a:t>
            </a:r>
            <a:r>
              <a:rPr lang="en-GB" dirty="0" err="1"/>
              <a:t>rizikové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dirty="0">
                <a:latin typeface="Arial" panose="020B0604020202020204" pitchFamily="34" charset="0"/>
                <a:cs typeface="Arial" panose="020B0604020202020204" pitchFamily="34" charset="0"/>
              </a:rPr>
              <a:t>Prvním uzlem stromu byl podíl černošského obyvatelstva (</a:t>
            </a:r>
            <a:r>
              <a:rPr lang="cs-CZ" sz="1200" dirty="0" err="1">
                <a:latin typeface="Arial" panose="020B0604020202020204" pitchFamily="34" charset="0"/>
                <a:cs typeface="Arial" panose="020B0604020202020204" pitchFamily="34" charset="0"/>
              </a:rPr>
              <a:t>pct_black</a:t>
            </a:r>
            <a:r>
              <a:rPr lang="cs-CZ" sz="1200" dirty="0">
                <a:latin typeface="Arial" panose="020B0604020202020204" pitchFamily="34" charset="0"/>
                <a:cs typeface="Arial" panose="020B0604020202020204" pitchFamily="34" charset="0"/>
              </a:rPr>
              <a:t>). Pokud byl vyšší než 28,5 %, okres téměř automaticky spadal do rizikové skupiny </a:t>
            </a:r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2BDC2-2F26-604F-9284-C6FE150BB215}" type="slidenum">
              <a:rPr lang="en-CZ" smtClean="0"/>
              <a:t>13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00914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b="1" dirty="0"/>
              <a:t>Interpretace:</a:t>
            </a:r>
            <a:r>
              <a:rPr lang="cs-CZ" dirty="0"/>
              <a:t> V bohatších okresech je trend úmrtnosti strmě klesající.</a:t>
            </a:r>
            <a:endParaRPr lang="cs-CZ" b="1" dirty="0"/>
          </a:p>
          <a:p>
            <a:r>
              <a:rPr lang="cs-CZ" b="1" dirty="0"/>
              <a:t>Interpretace</a:t>
            </a:r>
            <a:r>
              <a:rPr lang="cs-CZ" dirty="0"/>
              <a:t>: I ve velkých okresech (kde je lepší zdravotnictví) platí, že pokud má populace vyšší podíl žen (a tedy pravděpodobně vyšší průměrný věk), riziko vysoké úmrtnosti výrazně stoupá.</a:t>
            </a:r>
            <a:br>
              <a:rPr lang="cs-CZ" dirty="0"/>
            </a:br>
            <a:r>
              <a:rPr lang="en-GB" b="1" dirty="0"/>
              <a:t>Ve </a:t>
            </a:r>
            <a:r>
              <a:rPr lang="en-GB" b="1" dirty="0" err="1"/>
              <a:t>skupině</a:t>
            </a:r>
            <a:r>
              <a:rPr lang="en-GB" b="1" dirty="0"/>
              <a:t> "Higher Female %" je </a:t>
            </a:r>
            <a:r>
              <a:rPr lang="en-GB" b="1" dirty="0" err="1"/>
              <a:t>spolehlivost</a:t>
            </a:r>
            <a:r>
              <a:rPr lang="en-GB" b="1" dirty="0"/>
              <a:t> 50,5 %:</a:t>
            </a:r>
            <a:r>
              <a:rPr lang="en-GB" dirty="0"/>
              <a:t> To </a:t>
            </a:r>
            <a:r>
              <a:rPr lang="en-GB" dirty="0" err="1"/>
              <a:t>znamená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pokud</a:t>
            </a:r>
            <a:r>
              <a:rPr lang="en-GB" dirty="0"/>
              <a:t> je </a:t>
            </a:r>
            <a:r>
              <a:rPr lang="en-GB" dirty="0" err="1"/>
              <a:t>okres</a:t>
            </a:r>
            <a:r>
              <a:rPr lang="en-GB" dirty="0"/>
              <a:t> </a:t>
            </a:r>
            <a:r>
              <a:rPr lang="en-GB" b="1" dirty="0" err="1"/>
              <a:t>velký</a:t>
            </a:r>
            <a:r>
              <a:rPr lang="en-GB" dirty="0"/>
              <a:t> a </a:t>
            </a:r>
            <a:r>
              <a:rPr lang="en-GB" dirty="0" err="1"/>
              <a:t>zároveň</a:t>
            </a:r>
            <a:r>
              <a:rPr lang="en-GB" dirty="0"/>
              <a:t> </a:t>
            </a:r>
            <a:r>
              <a:rPr lang="en-GB" dirty="0" err="1"/>
              <a:t>má</a:t>
            </a:r>
            <a:r>
              <a:rPr lang="en-GB" dirty="0"/>
              <a:t> </a:t>
            </a:r>
            <a:r>
              <a:rPr lang="en-GB" b="1" dirty="0" err="1"/>
              <a:t>vyšší</a:t>
            </a:r>
            <a:r>
              <a:rPr lang="en-GB" b="1" dirty="0"/>
              <a:t> </a:t>
            </a:r>
            <a:r>
              <a:rPr lang="en-GB" b="1" dirty="0" err="1"/>
              <a:t>podíl</a:t>
            </a:r>
            <a:r>
              <a:rPr lang="en-GB" b="1" dirty="0"/>
              <a:t> </a:t>
            </a:r>
            <a:r>
              <a:rPr lang="en-GB" b="1" dirty="0" err="1"/>
              <a:t>žen</a:t>
            </a:r>
            <a:r>
              <a:rPr lang="en-GB" dirty="0"/>
              <a:t>, </a:t>
            </a:r>
            <a:r>
              <a:rPr lang="en-GB" dirty="0" err="1"/>
              <a:t>tak</a:t>
            </a:r>
            <a:r>
              <a:rPr lang="en-GB" dirty="0"/>
              <a:t> v </a:t>
            </a:r>
            <a:r>
              <a:rPr lang="en-GB" b="1" dirty="0"/>
              <a:t>50,5 % </a:t>
            </a:r>
            <a:r>
              <a:rPr lang="en-GB" b="1" dirty="0" err="1"/>
              <a:t>případů</a:t>
            </a:r>
            <a:r>
              <a:rPr lang="en-GB" dirty="0"/>
              <a:t> </a:t>
            </a:r>
            <a:r>
              <a:rPr lang="en-GB" dirty="0" err="1"/>
              <a:t>má</a:t>
            </a:r>
            <a:r>
              <a:rPr lang="en-GB" dirty="0"/>
              <a:t> </a:t>
            </a:r>
            <a:r>
              <a:rPr lang="en-GB" dirty="0" err="1"/>
              <a:t>tento</a:t>
            </a:r>
            <a:r>
              <a:rPr lang="en-GB" dirty="0"/>
              <a:t> </a:t>
            </a:r>
            <a:r>
              <a:rPr lang="en-GB" dirty="0" err="1"/>
              <a:t>okres</a:t>
            </a:r>
            <a:r>
              <a:rPr lang="en-GB" dirty="0"/>
              <a:t> </a:t>
            </a:r>
            <a:r>
              <a:rPr lang="en-GB" dirty="0" err="1"/>
              <a:t>zároveň</a:t>
            </a:r>
            <a:r>
              <a:rPr lang="en-GB" dirty="0"/>
              <a:t> </a:t>
            </a:r>
            <a:r>
              <a:rPr lang="en-GB" dirty="0" err="1"/>
              <a:t>vysokou</a:t>
            </a:r>
            <a:r>
              <a:rPr lang="en-GB" dirty="0"/>
              <a:t> </a:t>
            </a:r>
            <a:r>
              <a:rPr lang="en-GB" dirty="0" err="1"/>
              <a:t>smrtnost</a:t>
            </a:r>
            <a:r>
              <a:rPr lang="en-GB" dirty="0"/>
              <a:t> (High CFR). Je to </a:t>
            </a:r>
            <a:r>
              <a:rPr lang="en-GB" dirty="0" err="1"/>
              <a:t>skoro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hod </a:t>
            </a:r>
            <a:r>
              <a:rPr lang="en-GB" dirty="0" err="1"/>
              <a:t>mincí</a:t>
            </a:r>
            <a:r>
              <a:rPr lang="en-GB" dirty="0"/>
              <a:t>.</a:t>
            </a:r>
          </a:p>
          <a:p>
            <a:r>
              <a:rPr lang="en-GB" b="1" dirty="0"/>
              <a:t>Ve </a:t>
            </a:r>
            <a:r>
              <a:rPr lang="en-GB" b="1" dirty="0" err="1"/>
              <a:t>skupině</a:t>
            </a:r>
            <a:r>
              <a:rPr lang="en-GB" b="1" dirty="0"/>
              <a:t> "Lower Female %" je </a:t>
            </a:r>
            <a:r>
              <a:rPr lang="en-GB" b="1" dirty="0" err="1"/>
              <a:t>spolehlivost</a:t>
            </a:r>
            <a:r>
              <a:rPr lang="en-GB" b="1" dirty="0"/>
              <a:t> 37,6 %:</a:t>
            </a:r>
            <a:r>
              <a:rPr lang="en-GB" dirty="0"/>
              <a:t> Pokud je </a:t>
            </a:r>
            <a:r>
              <a:rPr lang="en-GB" dirty="0" err="1"/>
              <a:t>okres</a:t>
            </a:r>
            <a:r>
              <a:rPr lang="en-GB" dirty="0"/>
              <a:t> </a:t>
            </a:r>
            <a:r>
              <a:rPr lang="en-GB" b="1" dirty="0" err="1"/>
              <a:t>velký</a:t>
            </a:r>
            <a:r>
              <a:rPr lang="en-GB" dirty="0"/>
              <a:t>, ale </a:t>
            </a:r>
            <a:r>
              <a:rPr lang="en-GB" dirty="0" err="1"/>
              <a:t>má</a:t>
            </a:r>
            <a:r>
              <a:rPr lang="en-GB" dirty="0"/>
              <a:t> </a:t>
            </a:r>
            <a:r>
              <a:rPr lang="en-GB" b="1" dirty="0" err="1"/>
              <a:t>nižší</a:t>
            </a:r>
            <a:r>
              <a:rPr lang="en-GB" b="1" dirty="0"/>
              <a:t> </a:t>
            </a:r>
            <a:r>
              <a:rPr lang="en-GB" b="1" dirty="0" err="1"/>
              <a:t>podíl</a:t>
            </a:r>
            <a:r>
              <a:rPr lang="en-GB" b="1" dirty="0"/>
              <a:t> </a:t>
            </a:r>
            <a:r>
              <a:rPr lang="en-GB" b="1" dirty="0" err="1"/>
              <a:t>žen</a:t>
            </a:r>
            <a:r>
              <a:rPr lang="en-GB" dirty="0"/>
              <a:t>, </a:t>
            </a:r>
            <a:r>
              <a:rPr lang="en-GB" dirty="0" err="1"/>
              <a:t>šance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vysokou</a:t>
            </a:r>
            <a:r>
              <a:rPr lang="en-GB" dirty="0"/>
              <a:t> </a:t>
            </a:r>
            <a:r>
              <a:rPr lang="en-GB" dirty="0" err="1"/>
              <a:t>smrtnost</a:t>
            </a:r>
            <a:r>
              <a:rPr lang="en-GB" dirty="0"/>
              <a:t> </a:t>
            </a:r>
            <a:r>
              <a:rPr lang="en-GB" dirty="0" err="1"/>
              <a:t>klesá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b="1" dirty="0"/>
              <a:t>37,6 %</a:t>
            </a:r>
            <a:r>
              <a:rPr lang="en-GB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dirty="0"/>
          </a:p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2BDC2-2F26-604F-9284-C6FE150BB215}" type="slidenum">
              <a:rPr lang="en-CZ" smtClean="0"/>
              <a:t>14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62689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0815" indent="-170815"/>
            <a:endParaRPr lang="cs-CZ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1601C6-9A0C-4A2F-9361-88D10206EF23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93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2389DD16-FB00-4D9A-B48C-50050FDDC1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838009" y="933549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6BBD7AF0-0104-49C6-B49F-55B685879E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38009" y="1245177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6609EC98-6EA4-4C3E-A04D-5D810F2A42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8DECF7AF-89F1-4012-9B20-327F67C10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727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4"/>
            <a:ext cx="3886200" cy="45307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12830"/>
            <a:ext cx="78867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8512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4"/>
            <a:ext cx="3887391" cy="385127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f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58343424"/>
              </p:ext>
            </p:extLst>
          </p:nvPr>
        </p:nvGraphicFramePr>
        <p:xfrm>
          <a:off x="628652" y="1990725"/>
          <a:ext cx="7779543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60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 vz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49251074"/>
              </p:ext>
            </p:extLst>
          </p:nvPr>
        </p:nvGraphicFramePr>
        <p:xfrm>
          <a:off x="731521" y="2152650"/>
          <a:ext cx="7581899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525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840525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857699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marL="68580" marR="68580"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marL="68580" marR="68580"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9266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987429"/>
            <a:ext cx="2949178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5368924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399"/>
            <a:ext cx="2949178" cy="4298955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9235DDD2-26F3-4A0D-93F4-FB32B5B241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838009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D7300AA5-064D-49EA-BBBE-873363EE328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38009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Jmeno.prijmeni@vse.cz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206462F-D376-411D-9D76-52EE5EED75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3591" y="2591091"/>
            <a:ext cx="7886701" cy="1782150"/>
          </a:xfrm>
          <a:prstGeom prst="rect">
            <a:avLst/>
          </a:prstGeom>
        </p:spPr>
        <p:txBody>
          <a:bodyPr anchor="t"/>
          <a:lstStyle>
            <a:lvl1pPr algn="l">
              <a:defRPr sz="45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A3092441-B532-4881-997F-6A08EF51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831" y="4487541"/>
            <a:ext cx="787146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cs-CZ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44206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8" Type="http://schemas.openxmlformats.org/officeDocument/2006/relationships/image" Target="../media/image10.sv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6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719039ED-503B-4BFC-8729-F0E04FD071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28.01.2026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597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cký objekt 13">
            <a:extLst>
              <a:ext uri="{FF2B5EF4-FFF2-40B4-BE49-F238E27FC236}">
                <a16:creationId xmlns:a16="http://schemas.microsoft.com/office/drawing/2014/main" id="{1664D167-1933-44B8-9DE6-BCF4B4ADB8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4125" y="8313"/>
            <a:ext cx="9148126" cy="6858000"/>
          </a:xfrm>
          <a:prstGeom prst="rect">
            <a:avLst/>
          </a:prstGeom>
        </p:spPr>
      </p:pic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D89BE277-1B57-4A04-A616-0D6719FD6A1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46539" y="360307"/>
            <a:ext cx="179594" cy="179594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3CE1673A-F13A-49C1-A0F3-7628437F7F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84010" y="360307"/>
            <a:ext cx="179594" cy="179594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924055"/>
            <a:ext cx="7779544" cy="4191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28.01.2026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25530" y="6356355"/>
            <a:ext cx="1982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8815389" y="6436824"/>
            <a:ext cx="416717" cy="45292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1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6722748" y="299366"/>
            <a:ext cx="963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7851988" y="299366"/>
            <a:ext cx="119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cs-CZ" sz="12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72" r:id="rId7"/>
    <p:sldLayoutId id="2147483669" r:id="rId8"/>
    <p:sldLayoutId id="2147483673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100000"/>
        </a:lnSpc>
        <a:spcBef>
          <a:spcPts val="750"/>
        </a:spcBef>
        <a:buClr>
          <a:srgbClr val="00988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100000"/>
        </a:lnSpc>
        <a:spcBef>
          <a:spcPts val="375"/>
        </a:spcBef>
        <a:buClr>
          <a:srgbClr val="009881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D3D61E27-7486-4CBD-80A0-7CDBAF7D7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9144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29.01.2026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660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Clr>
          <a:srgbClr val="89F7E2"/>
        </a:buClr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rgbClr val="89F7E2"/>
        </a:buClr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1">
            <a:extLst>
              <a:ext uri="{FF2B5EF4-FFF2-40B4-BE49-F238E27FC236}">
                <a16:creationId xmlns:a16="http://schemas.microsoft.com/office/drawing/2014/main" id="{FDA0EE84-57A3-437C-B722-52ACFBB5E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591" y="2428716"/>
            <a:ext cx="7908788" cy="3250932"/>
          </a:xfrm>
        </p:spPr>
        <p:txBody>
          <a:bodyPr>
            <a:normAutofit/>
          </a:bodyPr>
          <a:lstStyle/>
          <a:p>
            <a:r>
              <a:rPr lang="es-ES" dirty="0"/>
              <a:t>Analýza vztahu mezi populací USA a COVID-19 případů​</a:t>
            </a:r>
            <a:endParaRPr lang="cs-CZ" dirty="0"/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E29E5E70-22CD-4E96-8CAB-90368F65564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72000" y="662940"/>
            <a:ext cx="3984915" cy="519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050" dirty="0">
                <a:latin typeface="Arial"/>
                <a:cs typeface="Arial"/>
              </a:rPr>
              <a:t>Hana Žahourová zahh00@vse.cz </a:t>
            </a:r>
            <a:endParaRPr lang="cs-CZ" sz="1050" dirty="0"/>
          </a:p>
        </p:txBody>
      </p:sp>
      <p:sp>
        <p:nvSpPr>
          <p:cNvPr id="9" name="Zástupný text 4">
            <a:extLst>
              <a:ext uri="{FF2B5EF4-FFF2-40B4-BE49-F238E27FC236}">
                <a16:creationId xmlns:a16="http://schemas.microsoft.com/office/drawing/2014/main" id="{C9002A16-94F7-4B76-9824-2D769080A3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38009" y="1030911"/>
            <a:ext cx="3718906" cy="3116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Studijní program: Informační management</a:t>
            </a:r>
            <a:endParaRPr lang="cs-CZ" dirty="0"/>
          </a:p>
        </p:txBody>
      </p:sp>
      <p:sp>
        <p:nvSpPr>
          <p:cNvPr id="2" name="Zástupný text 4">
            <a:extLst>
              <a:ext uri="{FF2B5EF4-FFF2-40B4-BE49-F238E27FC236}">
                <a16:creationId xmlns:a16="http://schemas.microsoft.com/office/drawing/2014/main" id="{6DC8903B-1E09-1F86-58A9-F8FAB7A289F8}"/>
              </a:ext>
            </a:extLst>
          </p:cNvPr>
          <p:cNvSpPr txBox="1">
            <a:spLocks/>
          </p:cNvSpPr>
          <p:nvPr/>
        </p:nvSpPr>
        <p:spPr>
          <a:xfrm>
            <a:off x="4838009" y="1402766"/>
            <a:ext cx="3718906" cy="3116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685783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None/>
              <a:defRPr sz="1400" kern="1200">
                <a:solidFill>
                  <a:srgbClr val="4A4A4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89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783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675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566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988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457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348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132" indent="0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latin typeface="Arial"/>
                <a:cs typeface="Arial"/>
              </a:rPr>
              <a:t>Datum: 30.1.2026</a:t>
            </a:r>
          </a:p>
        </p:txBody>
      </p:sp>
    </p:spTree>
    <p:extLst>
      <p:ext uri="{BB962C8B-B14F-4D97-AF65-F5344CB8AC3E}">
        <p14:creationId xmlns:p14="http://schemas.microsoft.com/office/powerpoint/2010/main" val="378654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8B41-9007-2A18-1DCF-E4FDB13B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03128E-662C-3957-CB07-9F4A60E4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Popis</a:t>
            </a:r>
            <a:r>
              <a:rPr lang="en-US" dirty="0"/>
              <a:t> </a:t>
            </a:r>
            <a:r>
              <a:rPr lang="cs-CZ" dirty="0"/>
              <a:t>řešené oblasti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B03FD0-6621-58F3-A6B7-A35FC5792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cs-CZ" dirty="0"/>
              <a:t>Cílem projektu je analyzovat faktory ovlivňující četnost výskytu a úmrtí na COVID-19 v roce 2020</a:t>
            </a:r>
            <a:r>
              <a:rPr lang="en-US" dirty="0"/>
              <a:t>​</a:t>
            </a:r>
          </a:p>
          <a:p>
            <a:pPr fontAlgn="base"/>
            <a:r>
              <a:rPr lang="cs-CZ" dirty="0"/>
              <a:t>Analýza zkoumá možné souvislosti mezi rasovým složením populace, věkem či chudobou na počet případů COVIDU-19</a:t>
            </a:r>
          </a:p>
        </p:txBody>
      </p:sp>
    </p:spTree>
    <p:extLst>
      <p:ext uri="{BB962C8B-B14F-4D97-AF65-F5344CB8AC3E}">
        <p14:creationId xmlns:p14="http://schemas.microsoft.com/office/powerpoint/2010/main" val="419602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884874-F762-BBB2-6344-B465A582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9996"/>
            <a:ext cx="7779544" cy="689952"/>
          </a:xfrm>
        </p:spPr>
        <p:txBody>
          <a:bodyPr/>
          <a:lstStyle/>
          <a:p>
            <a:r>
              <a:rPr lang="cs-CZ" dirty="0"/>
              <a:t>Popis dat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210CE7-DD47-D932-2B13-1C4EB198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" y="1394460"/>
            <a:ext cx="7962424" cy="48858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000" dirty="0">
                <a:latin typeface="Arial"/>
                <a:cs typeface="Arial"/>
              </a:rPr>
              <a:t>V analýze kombinujeme tři datové sady (vše za rok 2020):</a:t>
            </a:r>
            <a:endParaRPr lang="cs-CZ" sz="2000" dirty="0"/>
          </a:p>
          <a:p>
            <a:pPr lvl="1">
              <a:buFont typeface="Wingdings" pitchFamily="2" charset="2"/>
              <a:buChar char="§"/>
            </a:pPr>
            <a:r>
              <a:rPr lang="cs-CZ" b="1" dirty="0">
                <a:latin typeface="Arial"/>
                <a:cs typeface="Arial"/>
              </a:rPr>
              <a:t>US </a:t>
            </a:r>
            <a:r>
              <a:rPr lang="cs-CZ" b="1" dirty="0" err="1">
                <a:latin typeface="Arial"/>
                <a:cs typeface="Arial"/>
              </a:rPr>
              <a:t>Counties</a:t>
            </a:r>
            <a:r>
              <a:rPr lang="cs-CZ" b="1" dirty="0">
                <a:latin typeface="Arial"/>
                <a:cs typeface="Arial"/>
              </a:rPr>
              <a:t> Covid-19 </a:t>
            </a:r>
            <a:r>
              <a:rPr lang="cs-CZ" b="1" dirty="0" err="1">
                <a:latin typeface="Arial"/>
                <a:cs typeface="Arial"/>
              </a:rPr>
              <a:t>daily</a:t>
            </a:r>
            <a:r>
              <a:rPr lang="cs-CZ" b="1" dirty="0">
                <a:latin typeface="Arial"/>
                <a:cs typeface="Arial"/>
              </a:rPr>
              <a:t>, </a:t>
            </a:r>
            <a:r>
              <a:rPr lang="cs-CZ" b="1" dirty="0" err="1">
                <a:latin typeface="Arial"/>
                <a:cs typeface="Arial"/>
              </a:rPr>
              <a:t>year</a:t>
            </a:r>
            <a:r>
              <a:rPr lang="cs-CZ" b="1" dirty="0">
                <a:latin typeface="Arial"/>
                <a:cs typeface="Arial"/>
              </a:rPr>
              <a:t> 2020</a:t>
            </a:r>
          </a:p>
          <a:p>
            <a:pPr marL="1028700" lvl="1" indent="-342900"/>
            <a:r>
              <a:rPr lang="cs-CZ" sz="1400" dirty="0">
                <a:latin typeface="Arial"/>
                <a:cs typeface="Arial"/>
              </a:rPr>
              <a:t>Obsahuje datum (konkrétní den), </a:t>
            </a:r>
            <a:r>
              <a:rPr lang="cs-CZ" sz="1400" dirty="0" err="1">
                <a:latin typeface="Arial"/>
                <a:cs typeface="Arial"/>
              </a:rPr>
              <a:t>county</a:t>
            </a:r>
            <a:r>
              <a:rPr lang="cs-CZ" sz="1400" dirty="0">
                <a:latin typeface="Arial"/>
                <a:cs typeface="Arial"/>
              </a:rPr>
              <a:t>, stát, FIPS, počet případ a počet úmrtí</a:t>
            </a:r>
          </a:p>
          <a:p>
            <a:pPr marL="1028700" lvl="1" indent="-342900"/>
            <a:r>
              <a:rPr lang="cs-CZ" sz="1400" b="1" dirty="0">
                <a:latin typeface="Arial"/>
                <a:cs typeface="Arial"/>
              </a:rPr>
              <a:t>Celkem 6 sloupců a 884 738 řádků</a:t>
            </a:r>
          </a:p>
          <a:p>
            <a:pPr marL="513724" lvl="1" indent="-170815">
              <a:buFont typeface="Wingdings" panose="020B0604020202020204" pitchFamily="34" charset="0"/>
              <a:buChar char="§"/>
            </a:pPr>
            <a:r>
              <a:rPr lang="cs-CZ" b="1" dirty="0" err="1">
                <a:latin typeface="Arial"/>
                <a:cs typeface="Arial"/>
              </a:rPr>
              <a:t>Population</a:t>
            </a:r>
            <a:r>
              <a:rPr lang="cs-CZ" b="1" dirty="0">
                <a:latin typeface="Arial"/>
                <a:cs typeface="Arial"/>
              </a:rPr>
              <a:t> per </a:t>
            </a:r>
            <a:r>
              <a:rPr lang="cs-CZ" b="1" dirty="0" err="1">
                <a:latin typeface="Arial"/>
                <a:cs typeface="Arial"/>
              </a:rPr>
              <a:t>county</a:t>
            </a:r>
            <a:endParaRPr lang="cs-CZ" b="1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dirty="0">
                <a:latin typeface="Arial"/>
                <a:cs typeface="Arial"/>
              </a:rPr>
              <a:t>Obsahuje: stát, </a:t>
            </a:r>
            <a:r>
              <a:rPr lang="cs-CZ" sz="1400" dirty="0" err="1">
                <a:latin typeface="Arial"/>
                <a:cs typeface="Arial"/>
              </a:rPr>
              <a:t>county</a:t>
            </a:r>
            <a:r>
              <a:rPr lang="cs-CZ" sz="1400" dirty="0">
                <a:latin typeface="Arial"/>
                <a:cs typeface="Arial"/>
              </a:rPr>
              <a:t>, odhad populace, počet žen, počet mužů, počet dle věku (rozděleno na věkové skupiny), věkový medián, rasové složení atd.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b="1" dirty="0">
                <a:latin typeface="Arial"/>
                <a:cs typeface="Arial"/>
              </a:rPr>
              <a:t>Celkem 80 sloupců </a:t>
            </a:r>
            <a:r>
              <a:rPr lang="cs-CZ" sz="1400" dirty="0">
                <a:latin typeface="Arial"/>
                <a:cs typeface="Arial"/>
              </a:rPr>
              <a:t>a </a:t>
            </a:r>
            <a:r>
              <a:rPr lang="cs-CZ" sz="1400" b="1" dirty="0">
                <a:latin typeface="Arial"/>
                <a:cs typeface="Arial"/>
              </a:rPr>
              <a:t>358 417 řádků </a:t>
            </a:r>
            <a:r>
              <a:rPr lang="cs-CZ" sz="1400" dirty="0">
                <a:latin typeface="Arial"/>
                <a:cs typeface="Arial"/>
              </a:rPr>
              <a:t>(protože je to od roku 2020 do 2024)</a:t>
            </a:r>
            <a:endParaRPr lang="cs-CZ" sz="14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dirty="0">
                <a:latin typeface="Arial"/>
                <a:cs typeface="Arial"/>
              </a:rPr>
              <a:t>Vztah k prvnímu </a:t>
            </a:r>
            <a:r>
              <a:rPr lang="cs-CZ" sz="1400" dirty="0" err="1">
                <a:latin typeface="Arial"/>
                <a:cs typeface="Arial"/>
              </a:rPr>
              <a:t>datasetu</a:t>
            </a:r>
            <a:r>
              <a:rPr lang="cs-CZ" sz="1400" dirty="0">
                <a:latin typeface="Arial"/>
                <a:cs typeface="Arial"/>
              </a:rPr>
              <a:t> je 1:N (1 </a:t>
            </a:r>
            <a:r>
              <a:rPr lang="cs-CZ" sz="1400" dirty="0" err="1">
                <a:latin typeface="Arial"/>
                <a:cs typeface="Arial"/>
              </a:rPr>
              <a:t>county</a:t>
            </a:r>
            <a:r>
              <a:rPr lang="cs-CZ" sz="1400" dirty="0">
                <a:latin typeface="Arial"/>
                <a:cs typeface="Arial"/>
              </a:rPr>
              <a:t> má mnoho záznamů), spojeno se podle hodnoty FIPS</a:t>
            </a:r>
          </a:p>
          <a:p>
            <a:pPr marL="513724" lvl="1" indent="-170815">
              <a:buFont typeface="Wingdings" panose="020B0604020202020204" pitchFamily="34" charset="0"/>
              <a:buChar char="§"/>
            </a:pPr>
            <a:r>
              <a:rPr lang="cs-CZ" b="1" dirty="0" err="1">
                <a:latin typeface="Arial"/>
                <a:cs typeface="Arial"/>
              </a:rPr>
              <a:t>Poverty</a:t>
            </a:r>
            <a:r>
              <a:rPr lang="cs-CZ" b="1" dirty="0">
                <a:latin typeface="Arial"/>
                <a:cs typeface="Arial"/>
              </a:rPr>
              <a:t> and </a:t>
            </a:r>
            <a:r>
              <a:rPr lang="cs-CZ" b="1" dirty="0" err="1">
                <a:latin typeface="Arial"/>
                <a:cs typeface="Arial"/>
              </a:rPr>
              <a:t>Income</a:t>
            </a:r>
            <a:r>
              <a:rPr lang="cs-CZ" b="1" dirty="0">
                <a:latin typeface="Arial"/>
                <a:cs typeface="Arial"/>
              </a:rPr>
              <a:t> per </a:t>
            </a:r>
            <a:r>
              <a:rPr lang="cs-CZ" b="1" dirty="0" err="1">
                <a:latin typeface="Arial"/>
                <a:cs typeface="Arial"/>
              </a:rPr>
              <a:t>county</a:t>
            </a:r>
            <a:endParaRPr lang="cs-CZ" b="1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dirty="0">
                <a:latin typeface="Arial"/>
                <a:cs typeface="Arial"/>
              </a:rPr>
              <a:t>Obsahuje informace o chudobě a příjmu domácností per </a:t>
            </a:r>
            <a:r>
              <a:rPr lang="cs-CZ" sz="1400" dirty="0" err="1">
                <a:latin typeface="Arial"/>
                <a:cs typeface="Arial"/>
              </a:rPr>
              <a:t>county</a:t>
            </a:r>
            <a:endParaRPr lang="cs-CZ" sz="1400" dirty="0">
              <a:latin typeface="Arial"/>
              <a:cs typeface="Arial"/>
            </a:endParaRP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b="1" dirty="0">
                <a:latin typeface="Arial"/>
                <a:cs typeface="Arial"/>
              </a:rPr>
              <a:t>Celkem 31 sloupců </a:t>
            </a:r>
            <a:r>
              <a:rPr lang="cs-CZ" sz="1400" dirty="0">
                <a:latin typeface="Arial"/>
                <a:cs typeface="Arial"/>
              </a:rPr>
              <a:t>a </a:t>
            </a:r>
            <a:r>
              <a:rPr lang="cs-CZ" sz="1400" b="1" dirty="0">
                <a:latin typeface="Arial"/>
                <a:cs typeface="Arial"/>
              </a:rPr>
              <a:t>3195 řádků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r>
              <a:rPr lang="cs-CZ" sz="1400" dirty="0">
                <a:latin typeface="Arial"/>
                <a:cs typeface="Arial"/>
              </a:rPr>
              <a:t>Vztah k prvnímu </a:t>
            </a:r>
            <a:r>
              <a:rPr lang="cs-CZ" sz="1400" dirty="0" err="1">
                <a:latin typeface="Arial"/>
                <a:cs typeface="Arial"/>
              </a:rPr>
              <a:t>datasetu</a:t>
            </a:r>
            <a:r>
              <a:rPr lang="cs-CZ" sz="1400" dirty="0">
                <a:latin typeface="Arial"/>
                <a:cs typeface="Arial"/>
              </a:rPr>
              <a:t> je 1:N (1 </a:t>
            </a:r>
            <a:r>
              <a:rPr lang="cs-CZ" sz="1400" dirty="0" err="1">
                <a:latin typeface="Arial"/>
                <a:cs typeface="Arial"/>
              </a:rPr>
              <a:t>county</a:t>
            </a:r>
            <a:r>
              <a:rPr lang="cs-CZ" sz="1400" dirty="0">
                <a:latin typeface="Arial"/>
                <a:cs typeface="Arial"/>
              </a:rPr>
              <a:t> má mnoho záznamů), spojeno se podle hodnoty FIPS</a:t>
            </a:r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400" dirty="0">
              <a:latin typeface="Arial"/>
              <a:cs typeface="Arial"/>
            </a:endParaRPr>
          </a:p>
          <a:p>
            <a:pPr marL="685800" lvl="2" indent="0">
              <a:buNone/>
            </a:pPr>
            <a:endParaRPr lang="cs-CZ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7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7BF2E-2AB9-A8FB-03C5-8728F9015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742DEB-8846-2D0E-09BA-ABCD9C5F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210" y="1065726"/>
            <a:ext cx="7779544" cy="689952"/>
          </a:xfrm>
        </p:spPr>
        <p:txBody>
          <a:bodyPr/>
          <a:lstStyle/>
          <a:p>
            <a:r>
              <a:rPr lang="cs-CZ" dirty="0"/>
              <a:t>Cíle analýzy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F1D6E-1F15-197F-7479-327244AD88E3}"/>
              </a:ext>
            </a:extLst>
          </p:cNvPr>
          <p:cNvSpPr txBox="1"/>
          <p:nvPr/>
        </p:nvSpPr>
        <p:spPr>
          <a:xfrm>
            <a:off x="731520" y="2052858"/>
            <a:ext cx="768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CZ" altLang="en-CZ" b="1" dirty="0">
                <a:latin typeface="Arial" panose="020B0604020202020204" pitchFamily="34" charset="0"/>
              </a:rPr>
              <a:t>Zjistit, jak demografické složení okresů (populace, věková struktura, rasové zastoupení, pohlaví)</a:t>
            </a:r>
            <a:r>
              <a:rPr lang="en-CZ" altLang="en-CZ" dirty="0">
                <a:latin typeface="Arial" panose="020B0604020202020204" pitchFamily="34" charset="0"/>
              </a:rPr>
              <a:t> ovlivňovalo počet potvrzených případů a úmrtí na COVID-19 v roce 2020.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CZ" altLang="en-CZ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CZ" altLang="en-CZ" b="1" dirty="0">
                <a:latin typeface="Arial" panose="020B0604020202020204" pitchFamily="34" charset="0"/>
              </a:rPr>
              <a:t>Analyzovat vztah mezi socioekonomickými faktory (míra chudoby, mediánový příjem)</a:t>
            </a:r>
            <a:r>
              <a:rPr lang="en-CZ" altLang="en-CZ" dirty="0">
                <a:latin typeface="Arial" panose="020B0604020202020204" pitchFamily="34" charset="0"/>
              </a:rPr>
              <a:t> a dopady pandemie, tj. jak se lišila úmrtnost a nakaženost podle ekonomické situace regionu.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CZ" altLang="en-CZ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CZ" altLang="en-CZ" b="1" dirty="0">
                <a:latin typeface="Arial" panose="020B0604020202020204" pitchFamily="34" charset="0"/>
              </a:rPr>
              <a:t>Porovnat regionální rozdíly</a:t>
            </a:r>
            <a:r>
              <a:rPr lang="en-CZ" altLang="en-CZ" dirty="0">
                <a:latin typeface="Arial" panose="020B0604020202020204" pitchFamily="34" charset="0"/>
              </a:rPr>
              <a:t> v průběhu pandemie napříč státy a okresy USA – například identifikovat oblasti s nejvyššími relativními počty úmrtí po zohlednění populace.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CZ" altLang="en-CZ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CZ" altLang="en-CZ" b="1" dirty="0">
                <a:latin typeface="Arial" panose="020B0604020202020204" pitchFamily="34" charset="0"/>
              </a:rPr>
              <a:t>Identifikovat měsíce s nejvíce případy.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CZ" altLang="en-CZ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CZ" altLang="en-CZ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83893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F0ACB25-D531-3F80-0648-04855C26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 anchor="t">
            <a:normAutofit/>
          </a:bodyPr>
          <a:lstStyle/>
          <a:p>
            <a:r>
              <a:rPr lang="en-US" dirty="0" err="1"/>
              <a:t>Způsoby</a:t>
            </a:r>
            <a:r>
              <a:rPr lang="en-US" dirty="0"/>
              <a:t> </a:t>
            </a:r>
            <a:r>
              <a:rPr lang="en-US" dirty="0" err="1"/>
              <a:t>analýzy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BE418EB-0D8A-B156-C654-0496AE0830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530730"/>
          </a:xfrm>
        </p:spPr>
        <p:txBody>
          <a:bodyPr>
            <a:normAutofit/>
          </a:bodyPr>
          <a:lstStyle/>
          <a:p>
            <a:r>
              <a:rPr lang="en-US" dirty="0"/>
              <a:t>Pro </a:t>
            </a:r>
            <a:r>
              <a:rPr lang="en-US" dirty="0" err="1"/>
              <a:t>uložení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a </a:t>
            </a:r>
            <a:r>
              <a:rPr lang="en-US" dirty="0" err="1"/>
              <a:t>jejich</a:t>
            </a:r>
            <a:r>
              <a:rPr lang="en-US" dirty="0"/>
              <a:t> </a:t>
            </a:r>
            <a:r>
              <a:rPr lang="en-US" dirty="0" err="1"/>
              <a:t>vyčištění</a:t>
            </a:r>
            <a:r>
              <a:rPr lang="en-US" dirty="0"/>
              <a:t> </a:t>
            </a:r>
            <a:r>
              <a:rPr lang="en-US" dirty="0" err="1"/>
              <a:t>bylo</a:t>
            </a:r>
            <a:r>
              <a:rPr lang="en-US" dirty="0"/>
              <a:t> </a:t>
            </a:r>
            <a:r>
              <a:rPr lang="en-US" dirty="0" err="1"/>
              <a:t>použito</a:t>
            </a:r>
            <a:r>
              <a:rPr lang="en-US" dirty="0"/>
              <a:t> </a:t>
            </a:r>
            <a:r>
              <a:rPr lang="en-US" dirty="0" err="1"/>
              <a:t>BigQuery</a:t>
            </a:r>
            <a:endParaRPr lang="en-US" dirty="0"/>
          </a:p>
          <a:p>
            <a:r>
              <a:rPr lang="en-US" dirty="0"/>
              <a:t>Data se </a:t>
            </a:r>
            <a:r>
              <a:rPr lang="en-US" dirty="0" err="1"/>
              <a:t>pomocí</a:t>
            </a:r>
            <a:r>
              <a:rPr lang="en-US" dirty="0"/>
              <a:t> </a:t>
            </a:r>
            <a:r>
              <a:rPr lang="en-US" dirty="0" err="1"/>
              <a:t>nativního</a:t>
            </a:r>
            <a:r>
              <a:rPr lang="en-US" dirty="0"/>
              <a:t> </a:t>
            </a:r>
            <a:r>
              <a:rPr lang="en-US" dirty="0" err="1"/>
              <a:t>powerquery</a:t>
            </a:r>
            <a:r>
              <a:rPr lang="en-US" dirty="0"/>
              <a:t> </a:t>
            </a:r>
            <a:r>
              <a:rPr lang="en-US" dirty="0" err="1"/>
              <a:t>konektoru</a:t>
            </a:r>
            <a:r>
              <a:rPr lang="en-US" dirty="0"/>
              <a:t> </a:t>
            </a:r>
            <a:r>
              <a:rPr lang="en-US" dirty="0" err="1"/>
              <a:t>napojila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PowerBI</a:t>
            </a:r>
            <a:endParaRPr lang="en-US" dirty="0"/>
          </a:p>
          <a:p>
            <a:r>
              <a:rPr lang="en-US" dirty="0" err="1"/>
              <a:t>Pravidla</a:t>
            </a:r>
            <a:r>
              <a:rPr lang="en-US" dirty="0"/>
              <a:t> </a:t>
            </a:r>
            <a:r>
              <a:rPr lang="en-US" dirty="0" err="1"/>
              <a:t>byla</a:t>
            </a:r>
            <a:r>
              <a:rPr lang="en-US" dirty="0"/>
              <a:t> </a:t>
            </a:r>
            <a:r>
              <a:rPr lang="en-US" dirty="0" err="1"/>
              <a:t>vytvořena</a:t>
            </a:r>
            <a:r>
              <a:rPr lang="en-US" dirty="0"/>
              <a:t> </a:t>
            </a:r>
            <a:r>
              <a:rPr lang="en-US" dirty="0" err="1"/>
              <a:t>pomocí</a:t>
            </a:r>
            <a:r>
              <a:rPr lang="en-US" dirty="0"/>
              <a:t> </a:t>
            </a:r>
            <a:r>
              <a:rPr lang="en-US" dirty="0" err="1"/>
              <a:t>knihovny</a:t>
            </a:r>
            <a:r>
              <a:rPr lang="en-US" dirty="0"/>
              <a:t> CleverMiner – </a:t>
            </a:r>
            <a:r>
              <a:rPr lang="en-US" dirty="0" err="1"/>
              <a:t>CFMiner</a:t>
            </a:r>
            <a:r>
              <a:rPr lang="en-US" dirty="0"/>
              <a:t>, 4ftMiner, SD4ftMiner</a:t>
            </a:r>
          </a:p>
        </p:txBody>
      </p:sp>
      <p:pic>
        <p:nvPicPr>
          <p:cNvPr id="2" name="Picture 1" descr="A diagram of a company&#10;&#10;AI-generated content may be incorrect.">
            <a:extLst>
              <a:ext uri="{FF2B5EF4-FFF2-40B4-BE49-F238E27FC236}">
                <a16:creationId xmlns:a16="http://schemas.microsoft.com/office/drawing/2014/main" id="{D93B4B9C-CC4E-8FEF-C38F-E4A8A04FA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05" r="26577" b="-1"/>
          <a:stretch>
            <a:fillRect/>
          </a:stretch>
        </p:blipFill>
        <p:spPr>
          <a:xfrm>
            <a:off x="4629150" y="1825624"/>
            <a:ext cx="3886200" cy="4530729"/>
          </a:xfrm>
          <a:prstGeom prst="rect">
            <a:avLst/>
          </a:prstGeom>
          <a:noFill/>
        </p:spPr>
      </p:pic>
      <p:sp>
        <p:nvSpPr>
          <p:cNvPr id="3" name="TextovéPole 3">
            <a:extLst>
              <a:ext uri="{FF2B5EF4-FFF2-40B4-BE49-F238E27FC236}">
                <a16:creationId xmlns:a16="http://schemas.microsoft.com/office/drawing/2014/main" id="{33A809F0-F3AA-3249-AB45-A1D0249C945B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6672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CA9E-E2EC-3E60-F643-39E20915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05E228-022B-98D6-AEDC-16901955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35520"/>
            <a:ext cx="7779544" cy="68995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Návrh datového modelu v </a:t>
            </a:r>
            <a:r>
              <a:rPr lang="cs-CZ" dirty="0" err="1">
                <a:latin typeface="Arial"/>
                <a:cs typeface="Arial"/>
              </a:rPr>
              <a:t>PowerBI</a:t>
            </a:r>
            <a:r>
              <a:rPr lang="cs-CZ" dirty="0">
                <a:latin typeface="Arial"/>
                <a:cs typeface="Arial"/>
              </a:rPr>
              <a:t> - Entity </a:t>
            </a:r>
            <a:r>
              <a:rPr lang="cs-CZ" dirty="0" err="1">
                <a:latin typeface="Arial"/>
                <a:cs typeface="Arial"/>
              </a:rPr>
              <a:t>Relationship</a:t>
            </a:r>
            <a:r>
              <a:rPr lang="cs-CZ" dirty="0">
                <a:latin typeface="Arial"/>
                <a:cs typeface="Arial"/>
              </a:rPr>
              <a:t> Diagram (ERD)</a:t>
            </a:r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186B88E-2C99-06E6-F2F5-22E47A67B329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2839676-ED09-A4B4-EE2D-664FD25FB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1600267"/>
            <a:ext cx="6662057" cy="482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5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64DF9-FC15-F1D4-6E46-3AA0267C5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7C71D1-316F-D7FD-10C1-8BEA70F3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Problémy při návrhu procesu zpracování dat 1/2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17563395-3332-0B03-CDA8-8995C28B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/>
            <a:r>
              <a:rPr lang="cs-CZ" sz="2400" b="1" dirty="0">
                <a:latin typeface="Arial"/>
                <a:cs typeface="Arial"/>
              </a:rPr>
              <a:t>Nekonzistentní formáty názvů FIPS</a:t>
            </a:r>
          </a:p>
          <a:p>
            <a:r>
              <a:rPr lang="cs-CZ" b="1" dirty="0"/>
              <a:t>Problém:</a:t>
            </a:r>
            <a:r>
              <a:rPr lang="cs-CZ" dirty="0"/>
              <a:t> Zdrojové CSV soubory obsahovaly FIPS kódy v různých datových typech. V některých případech šlo o textové řetězce s vodícími nulami (např. "01001"), zatímco v jiných o celá čísla (1001). To znemožňovalo přímé spojení tabulek (JOIN).</a:t>
            </a:r>
          </a:p>
          <a:p>
            <a:r>
              <a:rPr lang="cs-CZ" b="1" dirty="0"/>
              <a:t>Řešení:</a:t>
            </a:r>
            <a:r>
              <a:rPr lang="cs-CZ" dirty="0"/>
              <a:t> Byla provedena standardizace v SQL vrstvě (přetypování na </a:t>
            </a:r>
            <a:r>
              <a:rPr lang="cs-CZ" dirty="0" err="1"/>
              <a:t>string</a:t>
            </a:r>
            <a:r>
              <a:rPr lang="cs-CZ" dirty="0"/>
              <a:t>), čímž se sjednotil formát klíčů napříč všemi </a:t>
            </a:r>
            <a:r>
              <a:rPr lang="cs-CZ" dirty="0" err="1"/>
              <a:t>datasety</a:t>
            </a:r>
            <a:r>
              <a:rPr lang="cs-CZ" dirty="0"/>
              <a:t> + formát byl vždy pětičíselný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1278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93D0-993C-7B40-3908-BE5C0050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2C3FA9-8E4C-F117-F754-7F8D0A70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>
                <a:latin typeface="Arial"/>
                <a:cs typeface="Arial"/>
              </a:rPr>
              <a:t>Problémy při návrhu procesu zpracování dat 2/2</a:t>
            </a:r>
            <a:endParaRPr lang="cs-CZ" dirty="0"/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A7A7414C-9949-5028-D2B2-3B45DB49D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1789968"/>
            <a:ext cx="7882414" cy="462745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 b="1" dirty="0"/>
              <a:t>Kumulativní povaha časových řad</a:t>
            </a:r>
          </a:p>
          <a:p>
            <a:r>
              <a:rPr lang="cs-CZ" sz="2400" b="1"/>
              <a:t>Problém</a:t>
            </a:r>
            <a:r>
              <a:rPr lang="cs-CZ" sz="2400" b="1" dirty="0"/>
              <a:t>:</a:t>
            </a:r>
            <a:r>
              <a:rPr lang="cs-CZ" sz="2400" dirty="0"/>
              <a:t> Standardní funkce </a:t>
            </a:r>
            <a:r>
              <a:rPr lang="cs-CZ" dirty="0"/>
              <a:t>SUM</a:t>
            </a:r>
            <a:r>
              <a:rPr lang="cs-CZ" sz="2400" dirty="0"/>
              <a:t> v </a:t>
            </a:r>
            <a:r>
              <a:rPr lang="cs-CZ" sz="2400" dirty="0" err="1"/>
              <a:t>Power</a:t>
            </a:r>
            <a:r>
              <a:rPr lang="cs-CZ" sz="2400" dirty="0"/>
              <a:t> BI by při agregaci přes časové období (např. měsíc) sečetla již kumulované hodnoty, což by vedlo k extrémnímu nadhodnocení výsledků (násobení chyb).</a:t>
            </a:r>
          </a:p>
          <a:p>
            <a:r>
              <a:rPr lang="cs-CZ" sz="2400" b="1" dirty="0"/>
              <a:t>Řešení:</a:t>
            </a:r>
            <a:r>
              <a:rPr lang="cs-CZ" sz="2400" dirty="0"/>
              <a:t> Vytvoření pokročilé logiky v jazyce DAX, která pro výpočet stavu využívá funkci </a:t>
            </a:r>
            <a:r>
              <a:rPr lang="cs-CZ" dirty="0"/>
              <a:t>MAX</a:t>
            </a:r>
            <a:r>
              <a:rPr lang="cs-CZ" sz="2400" dirty="0"/>
              <a:t> (hledání konečné hodnoty) a pro výpočet přírůstků logiku </a:t>
            </a:r>
            <a:r>
              <a:rPr lang="cs-CZ" dirty="0"/>
              <a:t>MAX - MIN</a:t>
            </a:r>
            <a:r>
              <a:rPr lang="cs-CZ" sz="2400" dirty="0"/>
              <a:t> v rámci vybraného období.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marL="856615" lvl="2" indent="-170815">
              <a:buFont typeface="Wingdings" panose="020B0604020202020204" pitchFamily="34" charset="0"/>
              <a:buChar char="§"/>
            </a:pPr>
            <a:endParaRPr lang="cs-CZ" sz="1300" dirty="0"/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cs-CZ" sz="2100" dirty="0"/>
          </a:p>
          <a:p>
            <a:pPr marL="170815" indent="-170815"/>
            <a:endParaRPr lang="cs-CZ" sz="2400" b="1" dirty="0"/>
          </a:p>
          <a:p>
            <a:pPr marL="170815" indent="-170815"/>
            <a:endParaRPr lang="cs-CZ" sz="2400" b="1" dirty="0"/>
          </a:p>
        </p:txBody>
      </p:sp>
    </p:spTree>
    <p:extLst>
      <p:ext uri="{BB962C8B-B14F-4D97-AF65-F5344CB8AC3E}">
        <p14:creationId xmlns:p14="http://schemas.microsoft.com/office/powerpoint/2010/main" val="170421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12BB9-1A2F-49A6-8628-165523C8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41F95D9-E669-BCED-AD7B-65325E0A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0" y="961517"/>
            <a:ext cx="7779544" cy="689952"/>
          </a:xfrm>
        </p:spPr>
        <p:txBody>
          <a:bodyPr anchor="t">
            <a:normAutofit/>
          </a:bodyPr>
          <a:lstStyle/>
          <a:p>
            <a:r>
              <a:rPr lang="en-US" dirty="0" err="1"/>
              <a:t>Regionální</a:t>
            </a:r>
            <a:r>
              <a:rPr lang="en-US" dirty="0"/>
              <a:t> </a:t>
            </a:r>
            <a:r>
              <a:rPr lang="en-US" dirty="0" err="1"/>
              <a:t>rozdíly</a:t>
            </a:r>
            <a:r>
              <a:rPr lang="en-US" dirty="0"/>
              <a:t> - </a:t>
            </a:r>
            <a:r>
              <a:rPr lang="en-US" dirty="0" err="1"/>
              <a:t>závažnost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439470-FF19-1166-4D20-BAAC87067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50564" y="4098292"/>
            <a:ext cx="4535716" cy="22225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5377BA-454B-492C-EA5A-1B8AE748EC4C}"/>
              </a:ext>
            </a:extLst>
          </p:cNvPr>
          <p:cNvSpPr txBox="1"/>
          <p:nvPr/>
        </p:nvSpPr>
        <p:spPr>
          <a:xfrm>
            <a:off x="520860" y="1789968"/>
            <a:ext cx="7755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Severovýchod</a:t>
            </a:r>
            <a:r>
              <a:rPr lang="en-GB" b="1" dirty="0"/>
              <a:t> (New Jersey, NY):</a:t>
            </a:r>
            <a:r>
              <a:rPr lang="en-GB" dirty="0"/>
              <a:t> </a:t>
            </a:r>
            <a:r>
              <a:rPr lang="en-GB" dirty="0" err="1"/>
              <a:t>Vysoká</a:t>
            </a:r>
            <a:r>
              <a:rPr lang="en-GB" dirty="0"/>
              <a:t> </a:t>
            </a:r>
            <a:r>
              <a:rPr lang="en-GB" dirty="0" err="1"/>
              <a:t>závažnost</a:t>
            </a:r>
            <a:r>
              <a:rPr lang="en-GB" dirty="0"/>
              <a:t> </a:t>
            </a:r>
            <a:r>
              <a:rPr lang="en-GB" dirty="0" err="1"/>
              <a:t>případů</a:t>
            </a:r>
            <a:r>
              <a:rPr lang="en-GB" dirty="0"/>
              <a:t> (CFR </a:t>
            </a:r>
            <a:r>
              <a:rPr lang="en-GB" dirty="0" err="1"/>
              <a:t>cca</a:t>
            </a:r>
            <a:r>
              <a:rPr lang="en-GB" dirty="0"/>
              <a:t> 4 %).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Důvodem</a:t>
            </a:r>
            <a:r>
              <a:rPr lang="en-GB" dirty="0"/>
              <a:t> </a:t>
            </a:r>
            <a:r>
              <a:rPr lang="en-GB" dirty="0" err="1"/>
              <a:t>byla</a:t>
            </a:r>
            <a:r>
              <a:rPr lang="en-GB" dirty="0"/>
              <a:t> </a:t>
            </a:r>
            <a:r>
              <a:rPr lang="en-GB" dirty="0" err="1"/>
              <a:t>vysoká</a:t>
            </a:r>
            <a:r>
              <a:rPr lang="en-GB" dirty="0"/>
              <a:t> </a:t>
            </a:r>
            <a:r>
              <a:rPr lang="en-GB" dirty="0" err="1"/>
              <a:t>mobilita</a:t>
            </a:r>
            <a:r>
              <a:rPr lang="en-GB" dirty="0"/>
              <a:t> (</a:t>
            </a:r>
            <a:r>
              <a:rPr lang="en-GB" dirty="0" err="1"/>
              <a:t>cestování</a:t>
            </a:r>
            <a:r>
              <a:rPr lang="en-GB" dirty="0"/>
              <a:t>), </a:t>
            </a:r>
            <a:r>
              <a:rPr lang="en-GB" dirty="0" err="1"/>
              <a:t>hustota</a:t>
            </a:r>
            <a:r>
              <a:rPr lang="en-GB" dirty="0"/>
              <a:t> </a:t>
            </a:r>
            <a:r>
              <a:rPr lang="en-GB" dirty="0" err="1"/>
              <a:t>zalidnění</a:t>
            </a:r>
            <a:r>
              <a:rPr lang="en-GB" dirty="0"/>
              <a:t> a </a:t>
            </a:r>
            <a:r>
              <a:rPr lang="en-GB" dirty="0" err="1"/>
              <a:t>zasažení</a:t>
            </a:r>
            <a:r>
              <a:rPr lang="en-GB" dirty="0"/>
              <a:t> v </a:t>
            </a:r>
            <a:r>
              <a:rPr lang="en-GB" dirty="0" err="1"/>
              <a:t>první</a:t>
            </a:r>
            <a:r>
              <a:rPr lang="en-GB" dirty="0"/>
              <a:t> </a:t>
            </a:r>
            <a:r>
              <a:rPr lang="en-GB" dirty="0" err="1"/>
              <a:t>vlně</a:t>
            </a:r>
            <a:r>
              <a:rPr lang="en-GB" dirty="0"/>
              <a:t> bez </a:t>
            </a:r>
            <a:r>
              <a:rPr lang="en-GB" dirty="0" err="1"/>
              <a:t>přípravy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Jih:</a:t>
            </a:r>
            <a:r>
              <a:rPr lang="en-GB" dirty="0"/>
              <a:t> </a:t>
            </a:r>
            <a:r>
              <a:rPr lang="en-GB" dirty="0" err="1"/>
              <a:t>Vysoká</a:t>
            </a:r>
            <a:r>
              <a:rPr lang="en-GB" dirty="0"/>
              <a:t> </a:t>
            </a:r>
            <a:r>
              <a:rPr lang="en-GB" dirty="0" err="1"/>
              <a:t>závažnost</a:t>
            </a:r>
            <a:r>
              <a:rPr lang="en-GB" dirty="0"/>
              <a:t> </a:t>
            </a:r>
            <a:r>
              <a:rPr lang="en-GB" dirty="0" err="1"/>
              <a:t>způsobená</a:t>
            </a:r>
            <a:r>
              <a:rPr lang="en-GB" dirty="0"/>
              <a:t> </a:t>
            </a:r>
            <a:r>
              <a:rPr lang="en-GB" dirty="0" err="1"/>
              <a:t>chudobou</a:t>
            </a:r>
            <a:r>
              <a:rPr lang="en-GB" dirty="0"/>
              <a:t> a </a:t>
            </a:r>
            <a:r>
              <a:rPr lang="en-GB" dirty="0" err="1"/>
              <a:t>horším</a:t>
            </a:r>
            <a:r>
              <a:rPr lang="en-GB" dirty="0"/>
              <a:t> </a:t>
            </a:r>
            <a:r>
              <a:rPr lang="en-GB" dirty="0" err="1"/>
              <a:t>zdravotním</a:t>
            </a:r>
            <a:r>
              <a:rPr lang="en-GB" dirty="0"/>
              <a:t> </a:t>
            </a:r>
            <a:r>
              <a:rPr lang="en-GB" dirty="0" err="1"/>
              <a:t>stavem</a:t>
            </a:r>
            <a:r>
              <a:rPr lang="en-GB" dirty="0"/>
              <a:t> populace.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Průměrná</a:t>
            </a:r>
            <a:r>
              <a:rPr lang="en-GB" dirty="0"/>
              <a:t> </a:t>
            </a:r>
            <a:r>
              <a:rPr lang="en-GB" dirty="0" err="1"/>
              <a:t>smrtnost</a:t>
            </a:r>
            <a:r>
              <a:rPr lang="en-GB" dirty="0"/>
              <a:t> (CFR) v USA </a:t>
            </a:r>
            <a:r>
              <a:rPr lang="en-GB" dirty="0" err="1"/>
              <a:t>byla</a:t>
            </a:r>
            <a:r>
              <a:rPr lang="en-GB" dirty="0"/>
              <a:t> </a:t>
            </a:r>
            <a:r>
              <a:rPr lang="en-GB" b="1" dirty="0"/>
              <a:t>1,74 %</a:t>
            </a:r>
            <a:r>
              <a:rPr lang="en-GB" dirty="0"/>
              <a:t>. New Jersey </a:t>
            </a:r>
            <a:r>
              <a:rPr lang="en-GB" dirty="0" err="1"/>
              <a:t>mělo</a:t>
            </a:r>
            <a:r>
              <a:rPr lang="en-GB" dirty="0"/>
              <a:t> </a:t>
            </a:r>
            <a:r>
              <a:rPr lang="en-GB" dirty="0" err="1"/>
              <a:t>více</a:t>
            </a:r>
            <a:r>
              <a:rPr lang="en-GB" dirty="0"/>
              <a:t> </a:t>
            </a:r>
            <a:r>
              <a:rPr lang="en-GB" dirty="0" err="1"/>
              <a:t>než</a:t>
            </a:r>
            <a:r>
              <a:rPr lang="en-GB" dirty="0"/>
              <a:t> </a:t>
            </a:r>
            <a:r>
              <a:rPr lang="en-GB" dirty="0" err="1"/>
              <a:t>dvojnásobek</a:t>
            </a:r>
            <a:r>
              <a:rPr lang="en-GB" dirty="0"/>
              <a:t>.</a:t>
            </a:r>
          </a:p>
        </p:txBody>
      </p:sp>
      <p:sp>
        <p:nvSpPr>
          <p:cNvPr id="3" name="TextovéPole 3">
            <a:extLst>
              <a:ext uri="{FF2B5EF4-FFF2-40B4-BE49-F238E27FC236}">
                <a16:creationId xmlns:a16="http://schemas.microsoft.com/office/drawing/2014/main" id="{9257BCD5-2C7F-CA14-9759-80E5C79D58B1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07140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CDA9-5189-7FE0-892A-E7FE5ADF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96CCDAB-1B50-41C7-CD49-11433D87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 anchor="t">
            <a:normAutofit/>
          </a:bodyPr>
          <a:lstStyle/>
          <a:p>
            <a:r>
              <a:rPr lang="en-US" dirty="0" err="1"/>
              <a:t>Regionální</a:t>
            </a:r>
            <a:r>
              <a:rPr lang="en-US" dirty="0"/>
              <a:t> </a:t>
            </a:r>
            <a:r>
              <a:rPr lang="en-US" dirty="0" err="1"/>
              <a:t>rozdíly</a:t>
            </a:r>
            <a:r>
              <a:rPr lang="en-US" dirty="0"/>
              <a:t> - </a:t>
            </a:r>
            <a:r>
              <a:rPr lang="en-US" dirty="0" err="1"/>
              <a:t>úmrtnost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BA7E1-2F3D-796A-3AA6-7FDEAE6815E0}"/>
              </a:ext>
            </a:extLst>
          </p:cNvPr>
          <p:cNvSpPr txBox="1"/>
          <p:nvPr/>
        </p:nvSpPr>
        <p:spPr>
          <a:xfrm>
            <a:off x="628650" y="1726144"/>
            <a:ext cx="7755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Z" dirty="0"/>
              <a:t>Nejvyšší úmrtnost na 100 tisíc obyvatel New Jersey - 205 na 100k a Massachusetts – 177 na 100k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Nejvíce</a:t>
            </a:r>
            <a:r>
              <a:rPr lang="en-GB" dirty="0"/>
              <a:t> </a:t>
            </a:r>
            <a:r>
              <a:rPr lang="en-GB" dirty="0" err="1"/>
              <a:t>mrtvých</a:t>
            </a:r>
            <a:r>
              <a:rPr lang="en-GB" dirty="0"/>
              <a:t> v </a:t>
            </a:r>
            <a:r>
              <a:rPr lang="en-GB" dirty="0" err="1"/>
              <a:t>absolutních</a:t>
            </a:r>
            <a:r>
              <a:rPr lang="en-GB" dirty="0"/>
              <a:t> </a:t>
            </a:r>
            <a:r>
              <a:rPr lang="en-GB" dirty="0" err="1"/>
              <a:t>číslech</a:t>
            </a:r>
            <a:r>
              <a:rPr lang="en-GB" dirty="0"/>
              <a:t> </a:t>
            </a:r>
            <a:r>
              <a:rPr lang="en-GB" dirty="0" err="1"/>
              <a:t>měly</a:t>
            </a:r>
            <a:r>
              <a:rPr lang="en-GB" dirty="0"/>
              <a:t> </a:t>
            </a:r>
            <a:r>
              <a:rPr lang="en-GB" dirty="0" err="1"/>
              <a:t>lidnaté</a:t>
            </a:r>
            <a:r>
              <a:rPr lang="en-GB" dirty="0"/>
              <a:t> </a:t>
            </a:r>
            <a:r>
              <a:rPr lang="en-GB" dirty="0" err="1"/>
              <a:t>státy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Texas a </a:t>
            </a:r>
            <a:r>
              <a:rPr lang="en-GB" dirty="0" err="1"/>
              <a:t>Kalifornie</a:t>
            </a:r>
            <a:endParaRPr lang="en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Z" dirty="0"/>
              <a:t>Je vidět, že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když</a:t>
            </a:r>
            <a:r>
              <a:rPr lang="en-GB" dirty="0"/>
              <a:t> </a:t>
            </a:r>
            <a:r>
              <a:rPr lang="en-GB" dirty="0" err="1"/>
              <a:t>má</a:t>
            </a:r>
            <a:r>
              <a:rPr lang="en-GB" dirty="0"/>
              <a:t> California </a:t>
            </a:r>
            <a:r>
              <a:rPr lang="en-GB" dirty="0" err="1"/>
              <a:t>nejvíce</a:t>
            </a:r>
            <a:r>
              <a:rPr lang="en-GB" dirty="0"/>
              <a:t> </a:t>
            </a:r>
            <a:r>
              <a:rPr lang="en-GB" dirty="0" err="1"/>
              <a:t>obyvatel</a:t>
            </a:r>
            <a:r>
              <a:rPr lang="en-GB" dirty="0"/>
              <a:t>, </a:t>
            </a:r>
            <a:r>
              <a:rPr lang="en-GB" dirty="0" err="1"/>
              <a:t>nemá</a:t>
            </a:r>
            <a:r>
              <a:rPr lang="en-GB" dirty="0"/>
              <a:t> </a:t>
            </a:r>
            <a:r>
              <a:rPr lang="en-GB" dirty="0" err="1"/>
              <a:t>nejvyšší</a:t>
            </a:r>
            <a:r>
              <a:rPr lang="en-GB" dirty="0"/>
              <a:t> </a:t>
            </a:r>
            <a:r>
              <a:rPr lang="en-GB" dirty="0" err="1"/>
              <a:t>úmrtnost</a:t>
            </a:r>
            <a:r>
              <a:rPr lang="en-GB" dirty="0"/>
              <a:t> – 66 </a:t>
            </a:r>
            <a:r>
              <a:rPr lang="en-GB" dirty="0" err="1"/>
              <a:t>na</a:t>
            </a:r>
            <a:r>
              <a:rPr lang="en-GB" dirty="0"/>
              <a:t> 100k, Texas </a:t>
            </a:r>
            <a:r>
              <a:rPr lang="en-GB" dirty="0" err="1"/>
              <a:t>má</a:t>
            </a:r>
            <a:r>
              <a:rPr lang="en-GB" dirty="0"/>
              <a:t> 96 </a:t>
            </a:r>
            <a:r>
              <a:rPr lang="en-GB" dirty="0" err="1"/>
              <a:t>na</a:t>
            </a:r>
            <a:r>
              <a:rPr lang="en-GB" dirty="0"/>
              <a:t> 100k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E2795-984C-580A-1DD1-FCE1C25C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848" y="3235264"/>
            <a:ext cx="5852160" cy="32409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3D92CF-7795-DDB1-E35A-BEF0931FDD95}"/>
              </a:ext>
            </a:extLst>
          </p:cNvPr>
          <p:cNvSpPr txBox="1"/>
          <p:nvPr/>
        </p:nvSpPr>
        <p:spPr>
          <a:xfrm>
            <a:off x="7184826" y="4651656"/>
            <a:ext cx="1369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600" dirty="0"/>
              <a:t>Kalifornie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1F10FE-78B2-01F9-ABA7-C68D3343FEE8}"/>
              </a:ext>
            </a:extLst>
          </p:cNvPr>
          <p:cNvSpPr txBox="1"/>
          <p:nvPr/>
        </p:nvSpPr>
        <p:spPr>
          <a:xfrm>
            <a:off x="3752640" y="3677612"/>
            <a:ext cx="2378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600" dirty="0"/>
              <a:t>New Jersey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D09E1C-3236-B3B3-7E92-DEB9C62B3D5D}"/>
              </a:ext>
            </a:extLst>
          </p:cNvPr>
          <p:cNvSpPr txBox="1"/>
          <p:nvPr/>
        </p:nvSpPr>
        <p:spPr>
          <a:xfrm rot="19004585">
            <a:off x="6887371" y="4667045"/>
            <a:ext cx="98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4000" dirty="0"/>
              <a:t>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23DBA3-D3F0-4181-5A52-F535B9BC6B80}"/>
              </a:ext>
            </a:extLst>
          </p:cNvPr>
          <p:cNvSpPr txBox="1"/>
          <p:nvPr/>
        </p:nvSpPr>
        <p:spPr>
          <a:xfrm rot="20709010">
            <a:off x="3129924" y="3540874"/>
            <a:ext cx="98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4000" dirty="0"/>
              <a:t>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1A55CF-D39A-36B8-1035-88BF2A8C66E7}"/>
              </a:ext>
            </a:extLst>
          </p:cNvPr>
          <p:cNvSpPr txBox="1"/>
          <p:nvPr/>
        </p:nvSpPr>
        <p:spPr>
          <a:xfrm rot="20961226">
            <a:off x="2789147" y="3919013"/>
            <a:ext cx="98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4000" dirty="0"/>
              <a:t>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E44AD5-35D7-65A2-7DF8-6F956C33FE20}"/>
              </a:ext>
            </a:extLst>
          </p:cNvPr>
          <p:cNvSpPr txBox="1"/>
          <p:nvPr/>
        </p:nvSpPr>
        <p:spPr>
          <a:xfrm>
            <a:off x="3408959" y="4122634"/>
            <a:ext cx="1411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600" dirty="0"/>
              <a:t>Massachusetts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3E43A4-CADF-F38A-3797-38E25AE8A3BA}"/>
              </a:ext>
            </a:extLst>
          </p:cNvPr>
          <p:cNvSpPr txBox="1"/>
          <p:nvPr/>
        </p:nvSpPr>
        <p:spPr>
          <a:xfrm rot="19004585">
            <a:off x="5610724" y="4363214"/>
            <a:ext cx="982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4000" dirty="0"/>
              <a:t>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7BC774-9217-56B4-B30B-D2822A1AFB4E}"/>
              </a:ext>
            </a:extLst>
          </p:cNvPr>
          <p:cNvSpPr txBox="1"/>
          <p:nvPr/>
        </p:nvSpPr>
        <p:spPr>
          <a:xfrm>
            <a:off x="6131109" y="4362881"/>
            <a:ext cx="1369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Z" sz="1600" dirty="0"/>
              <a:t>Texas</a:t>
            </a:r>
          </a:p>
        </p:txBody>
      </p:sp>
      <p:sp>
        <p:nvSpPr>
          <p:cNvPr id="36" name="TextovéPole 3">
            <a:extLst>
              <a:ext uri="{FF2B5EF4-FFF2-40B4-BE49-F238E27FC236}">
                <a16:creationId xmlns:a16="http://schemas.microsoft.com/office/drawing/2014/main" id="{96925EC2-7DD6-6B03-9FA5-83E0D1B504D9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57141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360799-CD5E-20FA-C10A-B218DCCA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428" y="227924"/>
            <a:ext cx="7779544" cy="689952"/>
          </a:xfrm>
        </p:spPr>
        <p:txBody>
          <a:bodyPr/>
          <a:lstStyle/>
          <a:p>
            <a:r>
              <a:rPr lang="en-US" dirty="0" err="1"/>
              <a:t>Časový</a:t>
            </a:r>
            <a:r>
              <a:rPr lang="en-US" dirty="0"/>
              <a:t> </a:t>
            </a:r>
            <a:r>
              <a:rPr lang="en-US" dirty="0" err="1"/>
              <a:t>vývoj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0B92B-045A-5360-0501-6943C1D7A713}"/>
              </a:ext>
            </a:extLst>
          </p:cNvPr>
          <p:cNvSpPr txBox="1"/>
          <p:nvPr/>
        </p:nvSpPr>
        <p:spPr>
          <a:xfrm>
            <a:off x="522772" y="998331"/>
            <a:ext cx="7543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 malých okresech se středními příjmy došlo k absolutně nejhoršímu vývoji.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 bohatších okresech je trend úmrtnosti strmě klesající.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8AF39E-62C9-AF53-FBEB-57820D9A1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024" y="3534768"/>
            <a:ext cx="3704976" cy="2324899"/>
          </a:xfrm>
          <a:prstGeom prst="rect">
            <a:avLst/>
          </a:prstGeom>
        </p:spPr>
      </p:pic>
      <p:sp>
        <p:nvSpPr>
          <p:cNvPr id="7" name="TextovéPole 3">
            <a:extLst>
              <a:ext uri="{FF2B5EF4-FFF2-40B4-BE49-F238E27FC236}">
                <a16:creationId xmlns:a16="http://schemas.microsoft.com/office/drawing/2014/main" id="{86F85E0D-18DB-CE51-F996-E3324D862E5E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27A8F-015F-76A6-B89F-AA732FB21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5" y="1743692"/>
            <a:ext cx="5249150" cy="24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7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0A31-EB01-0F23-098A-BE6E3352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F8B8642-CB55-2260-B32F-10DBF8B1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kern="1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Vliv věku na COVID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4372B-903C-A9D8-9176-B50537350913}"/>
              </a:ext>
            </a:extLst>
          </p:cNvPr>
          <p:cNvSpPr txBox="1"/>
          <p:nvPr/>
        </p:nvSpPr>
        <p:spPr>
          <a:xfrm>
            <a:off x="628649" y="1825625"/>
            <a:ext cx="8024031" cy="100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46" indent="-171446" defTabSz="685783">
              <a:lnSpc>
                <a:spcPct val="90000"/>
              </a:lnSpc>
              <a:spcBef>
                <a:spcPts val="750"/>
              </a:spcBef>
              <a:buClr>
                <a:srgbClr val="009881"/>
              </a:buClr>
              <a:buFont typeface="Arial" panose="020B0604020202020204" pitchFamily="34" charset="0"/>
              <a:buChar char="•"/>
            </a:pPr>
            <a:r>
              <a:rPr lang="cs-CZ" sz="1900" dirty="0">
                <a:latin typeface="Arial" panose="020B0604020202020204" pitchFamily="34" charset="0"/>
                <a:cs typeface="Arial" panose="020B0604020202020204" pitchFamily="34" charset="0"/>
              </a:rPr>
              <a:t>Ačkoliv se říkalo, že virus ohrožuje hlavně seniory, data ukazují, že podíl seniorů v populaci státu nekoreloval s úmrtností tak silně jako rasové složení.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E4AFDC-1EB3-10FC-D539-A26E5C8A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4637"/>
            <a:ext cx="7772400" cy="3475560"/>
          </a:xfrm>
          <a:prstGeom prst="rect">
            <a:avLst/>
          </a:prstGeom>
        </p:spPr>
      </p:pic>
      <p:sp>
        <p:nvSpPr>
          <p:cNvPr id="8" name="TextovéPole 3">
            <a:extLst>
              <a:ext uri="{FF2B5EF4-FFF2-40B4-BE49-F238E27FC236}">
                <a16:creationId xmlns:a16="http://schemas.microsoft.com/office/drawing/2014/main" id="{B743A6C2-EF13-17A6-BA5E-5E162C89ACB9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0154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D60128F-61CD-9A87-6334-E67DD642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450" y="226524"/>
            <a:ext cx="7779544" cy="689952"/>
          </a:xfrm>
        </p:spPr>
        <p:txBody>
          <a:bodyPr/>
          <a:lstStyle/>
          <a:p>
            <a:r>
              <a:rPr lang="en-US" dirty="0" err="1"/>
              <a:t>Rizikové</a:t>
            </a:r>
            <a:r>
              <a:rPr lang="en-US" dirty="0"/>
              <a:t> </a:t>
            </a:r>
            <a:r>
              <a:rPr lang="en-US" dirty="0" err="1"/>
              <a:t>faktory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35DF8-6BC2-32DC-FF3B-894B09754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21" y="1705970"/>
            <a:ext cx="8852754" cy="4580530"/>
          </a:xfrm>
          <a:prstGeom prst="rect">
            <a:avLst/>
          </a:prstGeom>
        </p:spPr>
      </p:pic>
      <p:sp>
        <p:nvSpPr>
          <p:cNvPr id="6" name="TextovéPole 3">
            <a:extLst>
              <a:ext uri="{FF2B5EF4-FFF2-40B4-BE49-F238E27FC236}">
                <a16:creationId xmlns:a16="http://schemas.microsoft.com/office/drawing/2014/main" id="{6104A677-77A7-D511-91F8-B5F2870925B7}"/>
              </a:ext>
            </a:extLst>
          </p:cNvPr>
          <p:cNvSpPr txBox="1"/>
          <p:nvPr/>
        </p:nvSpPr>
        <p:spPr>
          <a:xfrm>
            <a:off x="6897482" y="64222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dirty="0">
                <a:ea typeface="Calibri"/>
                <a:cs typeface="Calibri"/>
              </a:rPr>
              <a:t>Zdroj: Autor, 2026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1474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60BB-A5D6-111B-A475-AEF37D03D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37519" y="916589"/>
            <a:ext cx="6379098" cy="442149"/>
          </a:xfrm>
        </p:spPr>
        <p:txBody>
          <a:bodyPr>
            <a:noAutofit/>
          </a:bodyPr>
          <a:lstStyle/>
          <a:p>
            <a:r>
              <a:rPr lang="en-CZ" sz="2800" dirty="0"/>
              <a:t>Sociodemografické příčiny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106FE-5ED1-2878-CB0B-1849928FD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24" y="1469402"/>
            <a:ext cx="8429263" cy="538859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 err="1"/>
              <a:t>income_category</a:t>
            </a:r>
            <a:r>
              <a:rPr lang="en-US" sz="2000" b="1" dirty="0"/>
              <a:t>(High 60-80k) </a:t>
            </a:r>
            <a:r>
              <a:rPr lang="cs-CZ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S_DOWN = 4</a:t>
            </a:r>
            <a:endParaRPr lang="cs-CZ" sz="2000" b="1" dirty="0"/>
          </a:p>
          <a:p>
            <a:pPr marL="628642" lvl="1" indent="-285750" algn="l">
              <a:buFont typeface="Arial" panose="020B0604020202020204" pitchFamily="34" charset="0"/>
              <a:buChar char="•"/>
            </a:pPr>
            <a:r>
              <a:rPr lang="cs-CZ" sz="1800" b="1" dirty="0"/>
              <a:t>Base: 874 okresů</a:t>
            </a:r>
          </a:p>
          <a:p>
            <a:pPr marL="628642" lvl="1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U </a:t>
            </a:r>
            <a:r>
              <a:rPr lang="en-GB" sz="1800" dirty="0" err="1"/>
              <a:t>okresů</a:t>
            </a:r>
            <a:r>
              <a:rPr lang="en-GB" sz="1800" dirty="0"/>
              <a:t> </a:t>
            </a:r>
            <a:r>
              <a:rPr lang="en-GB" sz="1800" dirty="0" err="1"/>
              <a:t>spadajících</a:t>
            </a:r>
            <a:r>
              <a:rPr lang="en-GB" sz="1800" dirty="0"/>
              <a:t> do </a:t>
            </a:r>
            <a:r>
              <a:rPr lang="en-GB" sz="1800" dirty="0" err="1"/>
              <a:t>vyšší</a:t>
            </a:r>
            <a:r>
              <a:rPr lang="en-GB" sz="1800" dirty="0"/>
              <a:t> </a:t>
            </a:r>
            <a:r>
              <a:rPr lang="en-GB" sz="1800" dirty="0" err="1"/>
              <a:t>příjmové</a:t>
            </a:r>
            <a:r>
              <a:rPr lang="en-GB" sz="1800" dirty="0"/>
              <a:t> </a:t>
            </a:r>
            <a:r>
              <a:rPr lang="en-GB" sz="1800" dirty="0" err="1"/>
              <a:t>kategorie</a:t>
            </a:r>
            <a:r>
              <a:rPr lang="en-GB" sz="1800" dirty="0"/>
              <a:t> (median income 60–80k USD) </a:t>
            </a:r>
            <a:r>
              <a:rPr lang="en-GB" sz="1800" dirty="0" err="1"/>
              <a:t>byl</a:t>
            </a:r>
            <a:r>
              <a:rPr lang="en-GB" sz="1800" dirty="0"/>
              <a:t> </a:t>
            </a:r>
            <a:r>
              <a:rPr lang="en-GB" sz="1800" dirty="0" err="1"/>
              <a:t>identifikován</a:t>
            </a:r>
            <a:r>
              <a:rPr lang="en-GB" sz="1800" dirty="0"/>
              <a:t> </a:t>
            </a:r>
            <a:r>
              <a:rPr lang="en-GB" sz="1800" dirty="0" err="1"/>
              <a:t>signifikantní</a:t>
            </a:r>
            <a:r>
              <a:rPr lang="en-GB" sz="1800" dirty="0"/>
              <a:t> </a:t>
            </a:r>
            <a:r>
              <a:rPr lang="en-GB" sz="1800" dirty="0" err="1"/>
              <a:t>klesající</a:t>
            </a:r>
            <a:r>
              <a:rPr lang="en-GB" sz="1800" dirty="0"/>
              <a:t> trend </a:t>
            </a:r>
            <a:r>
              <a:rPr lang="en-GB" sz="1800" dirty="0" err="1"/>
              <a:t>úmrtnosti</a:t>
            </a:r>
            <a:r>
              <a:rPr lang="en-GB" sz="1800" dirty="0"/>
              <a:t>.</a:t>
            </a:r>
          </a:p>
          <a:p>
            <a:pPr marL="628642" lvl="1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To </a:t>
            </a:r>
            <a:r>
              <a:rPr lang="en-GB" sz="1800" dirty="0" err="1"/>
              <a:t>indikuje</a:t>
            </a:r>
            <a:r>
              <a:rPr lang="en-GB" sz="1800" dirty="0"/>
              <a:t>, </a:t>
            </a:r>
            <a:r>
              <a:rPr lang="en-GB" sz="1800" dirty="0" err="1"/>
              <a:t>že</a:t>
            </a:r>
            <a:r>
              <a:rPr lang="en-GB" sz="1800" dirty="0"/>
              <a:t> </a:t>
            </a:r>
            <a:r>
              <a:rPr lang="en-GB" sz="1800" dirty="0" err="1"/>
              <a:t>bohatší</a:t>
            </a:r>
            <a:r>
              <a:rPr lang="en-GB" sz="1800" dirty="0"/>
              <a:t> </a:t>
            </a:r>
            <a:r>
              <a:rPr lang="en-GB" sz="1800" dirty="0" err="1"/>
              <a:t>regiony</a:t>
            </a:r>
            <a:r>
              <a:rPr lang="en-GB" sz="1800" dirty="0"/>
              <a:t> </a:t>
            </a:r>
            <a:r>
              <a:rPr lang="en-GB" sz="1800" dirty="0" err="1"/>
              <a:t>disponovaly</a:t>
            </a:r>
            <a:r>
              <a:rPr lang="en-GB" sz="1800" dirty="0"/>
              <a:t> </a:t>
            </a:r>
            <a:r>
              <a:rPr lang="en-GB" sz="1800" dirty="0" err="1"/>
              <a:t>kapacitami</a:t>
            </a:r>
            <a:r>
              <a:rPr lang="en-GB" sz="1800" dirty="0"/>
              <a:t> pro </a:t>
            </a:r>
            <a:r>
              <a:rPr lang="en-GB" sz="1800" dirty="0" err="1"/>
              <a:t>efektivnější</a:t>
            </a:r>
            <a:r>
              <a:rPr lang="en-GB" sz="1800" dirty="0"/>
              <a:t> </a:t>
            </a:r>
            <a:r>
              <a:rPr lang="en-GB" sz="1800" dirty="0" err="1"/>
              <a:t>zvládnutí</a:t>
            </a:r>
            <a:r>
              <a:rPr lang="en-GB" sz="1800" dirty="0"/>
              <a:t> </a:t>
            </a:r>
            <a:r>
              <a:rPr lang="en-GB" sz="1800" dirty="0" err="1"/>
              <a:t>průběhu</a:t>
            </a:r>
            <a:r>
              <a:rPr lang="en-GB" sz="1800" dirty="0"/>
              <a:t> </a:t>
            </a:r>
            <a:r>
              <a:rPr lang="en-GB" sz="1800" dirty="0" err="1"/>
              <a:t>pandemie</a:t>
            </a:r>
            <a:r>
              <a:rPr lang="en-GB" sz="1800" dirty="0"/>
              <a:t> a </a:t>
            </a:r>
            <a:r>
              <a:rPr lang="en-GB" sz="1800" dirty="0" err="1"/>
              <a:t>rychlejší</a:t>
            </a:r>
            <a:r>
              <a:rPr lang="en-GB" sz="1800" dirty="0"/>
              <a:t> </a:t>
            </a:r>
            <a:r>
              <a:rPr lang="en-GB" sz="1800" dirty="0" err="1"/>
              <a:t>stabilizaci</a:t>
            </a:r>
            <a:r>
              <a:rPr lang="en-GB" sz="1800" dirty="0"/>
              <a:t> </a:t>
            </a:r>
            <a:r>
              <a:rPr lang="en-GB" sz="1800" dirty="0" err="1"/>
              <a:t>situace</a:t>
            </a:r>
            <a:r>
              <a:rPr lang="en-GB" sz="18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2000" b="1" dirty="0" err="1"/>
              <a:t>county_size</a:t>
            </a:r>
            <a:r>
              <a:rPr lang="cs-CZ" sz="2000" b="1" dirty="0"/>
              <a:t>(</a:t>
            </a:r>
            <a:r>
              <a:rPr lang="cs-CZ" sz="2000" b="1" dirty="0" err="1"/>
              <a:t>Large</a:t>
            </a:r>
            <a:r>
              <a:rPr lang="cs-CZ" sz="2000" b="1" dirty="0"/>
              <a:t>) </a:t>
            </a:r>
            <a:r>
              <a:rPr lang="cs-CZ" sz="2000" b="1" dirty="0">
                <a:sym typeface="Wingdings" pitchFamily="2" charset="2"/>
              </a:rPr>
              <a:t></a:t>
            </a:r>
            <a:r>
              <a:rPr lang="cs-CZ" sz="2000" b="1" dirty="0"/>
              <a:t> </a:t>
            </a:r>
            <a:r>
              <a:rPr lang="cs-CZ" sz="2000" b="1" dirty="0" err="1"/>
              <a:t>CFR_level</a:t>
            </a:r>
            <a:r>
              <a:rPr lang="cs-CZ" sz="2000" b="1" dirty="0"/>
              <a:t>(</a:t>
            </a:r>
            <a:r>
              <a:rPr lang="cs-CZ" sz="2000" b="1" dirty="0" err="1"/>
              <a:t>High</a:t>
            </a:r>
            <a:r>
              <a:rPr lang="cs-CZ" sz="2000" b="1" dirty="0"/>
              <a:t> CFR)</a:t>
            </a:r>
          </a:p>
          <a:p>
            <a:pPr marL="628642" lvl="1" indent="-285750" algn="l">
              <a:buFont typeface="Arial" panose="020B0604020202020204" pitchFamily="34" charset="0"/>
              <a:buChar char="•"/>
            </a:pPr>
            <a:r>
              <a:rPr lang="cs-CZ" sz="2000" dirty="0"/>
              <a:t>Rozdíl mezi skupinami:</a:t>
            </a:r>
          </a:p>
          <a:p>
            <a:pPr marL="971533" lvl="2" indent="-285750" algn="l">
              <a:buFont typeface="Arial" panose="020B0604020202020204" pitchFamily="34" charset="0"/>
              <a:buChar char="•"/>
            </a:pPr>
            <a:r>
              <a:rPr lang="cs-CZ" sz="1800" dirty="0"/>
              <a:t>Ve skupině "</a:t>
            </a:r>
            <a:r>
              <a:rPr lang="cs-CZ" sz="1800" dirty="0" err="1"/>
              <a:t>Higher</a:t>
            </a:r>
            <a:r>
              <a:rPr lang="cs-CZ" sz="1800" dirty="0"/>
              <a:t> </a:t>
            </a:r>
            <a:r>
              <a:rPr lang="cs-CZ" sz="1800" dirty="0" err="1"/>
              <a:t>Female</a:t>
            </a:r>
            <a:r>
              <a:rPr lang="cs-CZ" sz="1800" dirty="0"/>
              <a:t> %": Spolehlivost 50,5 %.</a:t>
            </a:r>
          </a:p>
          <a:p>
            <a:pPr marL="971533" lvl="2" indent="-285750" algn="l">
              <a:buFont typeface="Arial" panose="020B0604020202020204" pitchFamily="34" charset="0"/>
              <a:buChar char="•"/>
            </a:pPr>
            <a:r>
              <a:rPr lang="cs-CZ" sz="1800" dirty="0"/>
              <a:t>Ve skupině "</a:t>
            </a:r>
            <a:r>
              <a:rPr lang="cs-CZ" sz="1800" dirty="0" err="1"/>
              <a:t>Lower</a:t>
            </a:r>
            <a:r>
              <a:rPr lang="cs-CZ" sz="1800" dirty="0"/>
              <a:t> </a:t>
            </a:r>
            <a:r>
              <a:rPr lang="cs-CZ" sz="1800" dirty="0" err="1"/>
              <a:t>Female</a:t>
            </a:r>
            <a:r>
              <a:rPr lang="cs-CZ" sz="1800" dirty="0"/>
              <a:t> %": Spolehlivost 37,6 %.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68331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5AD9FF0-A687-4031-00D4-72EE3225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00016"/>
            <a:ext cx="7779544" cy="689952"/>
          </a:xfrm>
        </p:spPr>
        <p:txBody>
          <a:bodyPr/>
          <a:lstStyle/>
          <a:p>
            <a:r>
              <a:rPr lang="en-US" dirty="0" err="1"/>
              <a:t>Závěr</a:t>
            </a:r>
            <a:r>
              <a:rPr lang="en-US" dirty="0"/>
              <a:t> a </a:t>
            </a:r>
            <a:r>
              <a:rPr lang="en-US" dirty="0" err="1"/>
              <a:t>doporučení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EA6865-1C84-628A-746B-DF37BD3DC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4055"/>
            <a:ext cx="7779544" cy="4493370"/>
          </a:xfrm>
        </p:spPr>
        <p:txBody>
          <a:bodyPr/>
          <a:lstStyle/>
          <a:p>
            <a:r>
              <a:rPr lang="cs-CZ" sz="2400" dirty="0"/>
              <a:t>Okresy s vyšším podílem černošském obyvatelstva + středním příjmem potřebují extra podporu zdravotnictví.</a:t>
            </a:r>
          </a:p>
          <a:p>
            <a:r>
              <a:rPr lang="cs-CZ" sz="2400" dirty="0"/>
              <a:t>Při podobné situaci je nutné soustředit se na nižší vrstvy a zajištění zdravotní péče v chudších a menších okresech.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98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189036C-68F1-2208-6922-3C37B8772AB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latin typeface="Arial"/>
                <a:cs typeface="Arial"/>
              </a:rPr>
              <a:t>Hana Žahourová zahh00@vse.cz</a:t>
            </a:r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0AE53F0-E10B-2153-CF02-4D8F6223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latin typeface="Arial"/>
                <a:cs typeface="Arial"/>
              </a:rPr>
              <a:t>Otázky oponentury</a:t>
            </a:r>
            <a:endParaRPr lang="cs-CZ" dirty="0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BB32C666-AF5C-6331-95FF-031498091A4B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Program studia: Informační management</a:t>
            </a:r>
          </a:p>
        </p:txBody>
      </p:sp>
    </p:spTree>
    <p:extLst>
      <p:ext uri="{BB962C8B-B14F-4D97-AF65-F5344CB8AC3E}">
        <p14:creationId xmlns:p14="http://schemas.microsoft.com/office/powerpoint/2010/main" val="393912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EFCF83D5-7C28-494A-9D09-A3FDE4EA5435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5F4265E7-B574-4FDE-A297-F52502856981}"/>
    </a:ext>
  </a:extLst>
</a:theme>
</file>

<file path=ppt/theme/theme4.xml><?xml version="1.0" encoding="utf-8"?>
<a:theme xmlns:a="http://schemas.openxmlformats.org/drawingml/2006/main" name="1_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4_3.potx" id="{83264117-D02B-4AB3-9535-F55BD4626F0A}" vid="{0719A898-E866-4DE1-A0C7-6673E2DE6AC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EAD61CDED85140BF5B934B48DD3484" ma:contentTypeVersion="15" ma:contentTypeDescription="Vytvoří nový dokument" ma:contentTypeScope="" ma:versionID="57c7acc678d4da0b8ba39acd8e916ed2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00b82b4a7cf6d93894e416bb4502bf8f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Značky obrázků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2259C9-B307-4FF4-B7D2-DAD5D3FFF0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DE5107-EA5C-49BC-849B-82F30D30C53B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7fe71cfb-81ed-4b9d-9a1f-cae1a72b62ba"/>
    <ds:schemaRef ds:uri="184be059-f9c1-47a1-baeb-6b78fb5c2cd7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8CD9D9D-7B9F-4443-A564-98662DD4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e71cfb-81ed-4b9d-9a1f-cae1a72b62ba"/>
    <ds:schemaRef ds:uri="184be059-f9c1-47a1-baeb-6b78fb5c2c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 a IMES_obhajoba_new</Template>
  <TotalTime>3492</TotalTime>
  <Words>1364</Words>
  <Application>Microsoft Macintosh PowerPoint</Application>
  <PresentationFormat>On-screen Show (4:3)</PresentationFormat>
  <Paragraphs>114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Wingdings</vt:lpstr>
      <vt:lpstr>Úvodní snímek</vt:lpstr>
      <vt:lpstr>Mezititulek / Závěr</vt:lpstr>
      <vt:lpstr>Běžné stránky</vt:lpstr>
      <vt:lpstr>1_Mezititulek / Závěr</vt:lpstr>
      <vt:lpstr>Analýza vztahu mezi populací USA a COVID-19 případů​</vt:lpstr>
      <vt:lpstr>Popis řešené oblasti</vt:lpstr>
      <vt:lpstr>Popis dat</vt:lpstr>
      <vt:lpstr>Cíle analýzy</vt:lpstr>
      <vt:lpstr>Způsoby analýzy</vt:lpstr>
      <vt:lpstr>Návrh datového modelu v PowerBI - Entity Relationship Diagram (ERD)</vt:lpstr>
      <vt:lpstr>Problémy při návrhu procesu zpracování dat 1/2</vt:lpstr>
      <vt:lpstr>Problémy při návrhu procesu zpracování dat 2/2</vt:lpstr>
      <vt:lpstr>Regionální rozdíly - závažnost</vt:lpstr>
      <vt:lpstr>Regionální rozdíly - úmrtnost</vt:lpstr>
      <vt:lpstr>Časový vývoj</vt:lpstr>
      <vt:lpstr>Vliv věku na COVID</vt:lpstr>
      <vt:lpstr>Rizikové faktory</vt:lpstr>
      <vt:lpstr>Sociodemografické příčiny</vt:lpstr>
      <vt:lpstr>Závěr a doporučení</vt:lpstr>
      <vt:lpstr>Otázky oponentury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dolor sit amet, consectetuer adipiscing elit. Etiam commodo dui eget wisi.</dc:title>
  <dc:creator>Martina Jandová</dc:creator>
  <cp:lastModifiedBy>Hana Žahourová</cp:lastModifiedBy>
  <cp:revision>1471</cp:revision>
  <dcterms:created xsi:type="dcterms:W3CDTF">2021-03-30T17:50:31Z</dcterms:created>
  <dcterms:modified xsi:type="dcterms:W3CDTF">2026-01-30T12:08:56Z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